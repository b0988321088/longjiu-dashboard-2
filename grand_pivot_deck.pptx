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31.67  ×  台股 48,348（09/22 收盤）  ×  10yr 4.96%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數據基準：09/22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48,348（+1.32%）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48,348（單日 +1.32%），asof 09/22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31.67 — 台幣偏強（較 7/29 高點 32.38 +2.2%）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4.96% / 30yr 5.30% — 5.30% 警戒區（5.20-5.30），未觸發凍結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31.67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31.67（台幣偏強 +2.2%）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2,987,490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218,500  (+28.7%)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500,800  (+27.2%)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259,040  (+29.6%)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76,600  (+7.0%)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130,100  (+18.7%)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523,650  (+28.5%)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56,850  (+53.0%)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230,640  (+9.5%)  主動統一台灣成長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12,626,051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5,846,312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4,965,404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973,952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整池質押後 540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萬；餘 240 萬標案押標金），利息成本 4.2%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7.7%｜美股 39.3%（科技15.2）｜防守配息 17.3%｜債券 28.7%｜現金 3.5%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7.7%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改由整池質押 540 萬（~9/25 撥款）清償高息負債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3.5%：底線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5.30%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1,200萬（富達600＋聯博100＋貝萊德B11 500）×4.5成 = 540萬@2.77%；❌ 尚未撥款（2026-09-21 對保完成；預計 2026-09-29 撥款） → 用途：優先清償 500萬高息負債（保單質押 400萬@4.0% ＋ 券商質押 100萬@3.92%）— 月息 16,600 → 12,465，月省約 4,135（2026-09-12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1,200萬×4.5成 = 540萬@2.77%質押（❌ 尚未撥款（2026-09-21 對保完成；預計 2026-09-29 撥款））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→ 保單借貸成本 4.2%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B11）；現行＝整池質押 540 萬@2.77% 清償 500 萬高息負債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31.67：台幣偏強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4pp+，整池質押 540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48,348（09/22 收盤，單日 +1.32%）→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9/11／9/12 定案框架：整池質押 540 萬@2.77%（1,200 萬×4.5 成）→ 清償 500 萬高息負債；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