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31.82  ×  台股 47,632（09/29 收盤）  ×  10yr 5.24%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數據基準：09/29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47,632（-0.82%）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45,511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47,632（單日 -0.82%），asof 09/29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31.82 — 台幣偏強（較 7/29 高點 32.38 +1.7%）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美元資產以台幣計價估值波動 — 長期配置不因短期匯率調整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5.24% / 30yr 5.56%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31.82 — 台幣偏強，美元曝險的雙面刃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59%（&gt;55% 監控線）→ 台幣升值 = 估值回吐風險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美元基金合計曝險已超監控線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31.82（台幣偏強 +1.7%）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台幣若續強，美元資產以台幣計價縮水（未實現）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重評估匯率/美元曝險/利率是否見頂，再換匯建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結論：匯率方向已逆轉 → 不再加碼美元曝險，等 10 月重評估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2,981,410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222,600  (+31.1%)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510,400  (+29.6%)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262,400  (+31.3%)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76,900  (+7.4%)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125,800  (+14.8%)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522,450  (+28.2%)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56,550  (+52.2%)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242,480  (+15.2%)  主動統一台灣增長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12,654,144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富達全球動能B月配美元 5,863,138 元 — 月配息主力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4,947,299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968,889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⚠️ 美元/日圓計價部位多 → 計入外幣曝險，續抱不加碼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@4%+ → 質押 590 萬@2.65% 償還（9/29 已撥款入帳）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（第一批 200 萬已提出還款申請、待入帳；餘 300 萬待執行）利息成本 4% → 2.65%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2.5-2.6%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6.4%｜美股 32.2%（科技12.4）｜防守配息 14.1%｜債券 23.4%｜現金 21.1%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6.4%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轉還債安全墊」已作廢（MMF 已轉 B11）→ 改由質押 590 萬（9/29 已撥款入帳）清償高息負債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21.1%：底線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口徑 = 台幣帳戶（不含外幣），月支出 ×3 安全水位達標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5.56%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質押擔保池 B11 500 萬（原 MMF）✅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月配息覆蓋生活費 ✅ 債券梯照收息 ✅ 美元曝險不再加碼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債務清洗監測啟動（DXY 月跌&gt;3% / 10Y breakeven&gt;3% 等觸發才動作）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1,200萬（富達600＋聯博100＋貝萊德B11 500）×5.0成 = 590萬@2.65%（2026-09-29 使用者確認；原記 2.77%，待銀行書面覆核）；已撥款 → 用途：優先清償 500萬高息負債（保單質押 400萬@4.0% ＋ 券商質押 100萬@3.92%）— 月息 16,600 → 0，月省約 16,600（2026-09-12 裁示；10月標案押標金不預留，9月底評估）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轉還債安全墊（不換匯不買債）」已作廢；現行＝質押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履約保證函優先；⛔ 原「500 萬 MMF 作為營運預備金」已作廢（押標金來源延 9 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1,200萬×5.0成 = 590萬@2.65%（2026-09-29 使用者確認；原記 2.77%，待銀行書面覆核）質押（已撥款）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還保單借貸（4% → 質押 2.65%）：第一批 200 萬已提出申請、待入帳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⛔ 原「500 萬 MMF 轉還債安全墊」已作廢（MMF 已轉 B11）；現行＝質押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標案結果出爐（⚠️ 押標金 240 萬來源延 9 月底評估；原記「500 萬 MMF 預備金已就位」⛔ 已作廢）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31.82：台幣偏強 → 不再加碼美元曝險，等 10 月重評估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4pp+，質押 590 萬@2.65% 再降成本（9/29 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47,632（09/29 收盤，單日 -0.82%）→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9/29 質押撥款 590 萬@2.65%（池市值 1,177.9 萬×約 5 成）→ 清償 500 萬高息負債（第一批 200 萬申請中）；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