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數據基準：10/06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49,712（+2.55%）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45,511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49,712（單日 +2.55%），asof 10/06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5.27% / 30yr 5.64%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31.80 — 台幣偏強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70.5%（🟡 僅顯示，門檻 60；政策門檻待 10 月戰略檢討）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基金部位之計價結構僅供觀察（🟡 僅顯示，政策門檻待 10 月戰略檢討）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31.80（台幣偏強 +1.8%）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匯率變動對資產之計價影響僅供參考（未實現）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重評估匯率、利率是否見頂與曝險結構，再換匯建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3,064,250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233,000  (+37.2%)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531,800  (+35.0%)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272,960  (+36.6%)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77,850  (+8.7%)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125,900  (+14.9%)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527,550  (+29.4%)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58,100  (+56.4%)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260,800  (+23.9%)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12,522,002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4,882,121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963,376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保單借貸已全數清償（2026-09-29＋10-01，餘額 0）→ 質押 590 萬完成置換，利息成本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7.9%｜美股 37.5%（科技14.9）｜防守配息 18.1%｜債券 26.7%｜現金 3.3%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7.9%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3.3%：底線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5.64%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1,200萬（富達600＋聯博100＋貝萊德B11 500）×5成 = 590萬@2.65%（2026-09-29 使用者確認；原記 2.77%，待銀行書面覆核）；已撥款 → 用途：優先清償 0萬高息負債（保單質押 0萬@4.0% ＋ 券商質押 0萬@3.92%）— 月息 0 → 0，月省約 0（2026-09-12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49,712（10/06 收盤，單日 +2.55%）→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