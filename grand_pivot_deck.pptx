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數據基準：10/06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49,712（+2.55%）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台股位處近一月高檔區 — 無系統性風險 ｜ 近一月低點 45,511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49,712（單日 +2.55%），asof 10/06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5.27% / 30yr 5.64% — 已達 5.30 凍結線，新增質押全域凍結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31.78 — 台幣偏強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70.5%（🟡 僅顯示，門檻 60；政策門檻待 10 月戰略檢討）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基金部位之計價結構僅供觀察（🟡 僅顯示，政策門檻待 10 月戰略檢討）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31.78（台幣偏強 +1.9%）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匯率變動對資產之計價影響僅供參考（未實現）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框架更新（9/11／9/12 定案）：原「500 萬 MMF＝10 月標案預備金」⛔ 已作廢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MMF 已於 9/9 贖回、9/11 轉申購貝萊德 B11（質押擔保池）；10 月押標金 240 萬 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重評估匯率、利率是否見頂與曝險結構，再換匯建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3,064,250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233,000  (+37.2%)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531,800  (+35.0%)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272,960  (+36.6%)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77,850  (+8.7%)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125,900  (+14.9%)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527,550  (+29.4%)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58,100  (+56.4%)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260,800  (+23.9%)  主動統一台灣增長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12,522,002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質押擔保池）：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貝萊德B11 強化穩定月配息 4,882,121 元（原 MMF 500 萬贖回款轉申購；⛔ 原「500萬標案預備金」已作廢 9/11）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963,376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保單借貸已全數清償（2026-09-29＋10-01，餘額 0）→ 質押 590 萬完成置換，利息成本 4% → 2.65%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7.9%｜美股 37.5%（科技14.9）｜防守配息 18.1%｜債券 26.7%｜現金 3.3%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現況（9/11／9/12 定案）：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 B11 500 萬（原 MMF 贖回款）＝質押擔保池成員，不可動用；10 月押標金來源延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7.9%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轉還債安全墊」已作廢（MMF 已轉 B11）→ 改由質押 590 萬（9/29 已撥款入帳）清償高息負債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3.3%：底線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5.64%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質押擔保池 B11 500 萬（原 MMF）✅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質押：🔍 質押：擔保池 1,200萬（富達600＋聯博100＋貝萊德B11 500）×5成 = 590萬@2.65%（2026-09-29 使用者確認；原記 2.77%，待銀行書面覆核）；已撥款 → 用途：優先清償 0萬高息負債（保單質押 0萬@4.0% ＋ 券商質押 0萬@3.92%）— 月息 0 → 0，月省約 0（2026-09-12 裁示；10月標案押標金不預留，9月底評估）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轉還債安全墊（不換匯不買債）」已作廢；現行＝質押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履約保證函優先；⛔ 原「500 萬 MMF 作為營運預備金」已作廢（押標金來源延 9 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【您】整池 1,200萬×5成 = 590萬@2.65%（2026-09-29 使用者確認；原記 2.77%，待銀行書面覆核）質押（已撥款）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還保單借貸（4% → 質押 2.65%）：第一批 200 萬已提出申請、待入帳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⛔ 原「500 萬 MMF 轉還債安全墊」已作廢（MMF 已轉 B11）；現行＝質押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標案結果出爐（⚠️ 押標金 240 萬來源延 9 月底評估；原記「500 萬 MMF 預備金已就位」⛔ 已作廢）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4pp+，質押 590 萬@2.65% 再降成本（9/29 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49,712（10/06 收盤，單日 +2.55%）→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9/29 質押撥款 590 萬@2.65%（池市值 1,177.9 萬×約 5 成）→ 清償 500 萬高息負債（第一批 200 萬申請中）；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