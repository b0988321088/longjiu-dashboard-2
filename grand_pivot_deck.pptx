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31.92  ×  台股 48,353（10/01 收盤）  ×  10yr 5.32%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數據基準：10/01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48,353（+0.86%）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45,511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48,353（單日 +0.86%），asof 10/01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31.92 — 台幣偏強（較 7/29 高點 32.38 +1.4%）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5.32% / 30yr 5.67%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31.92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59%（&gt;55%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31.92（台幣偏強 +1.4%）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3,007,220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225,800  (+33.0%)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516,500  (+31.2%)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265,600  (+32.9%)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77,500  (+8.2%)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125,700  (+14.7%)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523,350  (+28.4%)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56,850  (+53.0%)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248,000  (+17.8%)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12,611,674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5,881,827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4,896,288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959,826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0 萬 @4%+ → 質押 590 萬@2.65% 償還（9/29 已撥款入帳）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（第一批 200 萬已提出還款申請、待入帳；餘 300 萬待執行）利息成本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7.6%｜美股 38.3%（科技15.1）｜防守配息 16.7%｜債券 27.6%｜現金 3.2%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7.6%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3.2%：底線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5.67%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1,200萬（富達600＋聯博100＋貝萊德B11 500）×5.0成 = 590萬@2.65%（2026-09-29 使用者確認；原記 2.77%，待銀行書面覆核）；已撥款 → 用途：優先清償 0萬高息負債（保單質押 0萬@4.0% ＋ 券商質押 0萬@3.92%）— 月息 0 → 0，月省約 0（2026-09-12 裁示；10月標案押標金不預留，9月底評估）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1,200萬×5.0成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31.92：台幣偏強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48,353（10/01 收盤，單日 +0.86%）→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