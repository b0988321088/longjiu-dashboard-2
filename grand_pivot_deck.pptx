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31.69  ×  台股 48,025（09/24 收盤）  ×  10yr 5.18%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數據基準：09/24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48,025（-0.28%）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48,025（單日 -0.28%），asof 09/24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31.69 — 台幣偏強（較 7/29 高點 32.38 +2.1%）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5.18% / 30yr 5.50%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31.69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31.69（台幣偏強 +2.1%）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3,006,890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224,900  (+32.5%)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514,000  (+30.5%)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265,600  (+32.9%)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77,600  (+8.4%)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127,300  (+16.1%)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526,350  (+29.1%)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56,600  (+52.4%)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245,200  (+16.4%)  主動統一台灣成長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12,744,854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5,915,586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4,982,474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978,064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整池質押後 540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萬；餘 240 萬標案押標金），利息成本 4.2%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7.8%｜美股 39.4%（科技15.2）｜防守配息 17.3%｜債券 28.7%｜現金 3.4%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7.8%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改由整池質押 540 萬（~9/25 撥款）清償高息負債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5.50%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1,200萬（富達600＋聯博100＋貝萊德B11 500）×4.5成 = 540萬@2.77%；❌ 尚未撥款（2026-09-21 對保完成；預計 2026-09-29 撥款） → 用途：優先清償 500萬高息負債（保單質押 400萬@4.0% ＋ 券商質押 100萬@3.92%）— 月息 16,600 → 12,465，月省約 4,135（2026-09-12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1,200萬×4.5成 = 540萬@2.77%質押（❌ 尚未撥款（2026-09-21 對保完成；預計 2026-09-29 撥款））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→ 保單借貸成本 4.2%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31.69：台幣偏強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4pp+，整池質押 540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48,025（09/24 收盤，單日 -0.28%）→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9/11／9/12 定案框架：整池質押 540 萬@2.77%（1,200 萬×4.5 成）→ 清償 500 萬高息負債；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