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31.80  ×  台股 48,476（10/02 收盤）  ×  10yr 5.28%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數據基準：10/02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48,476（+0.25%）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45,511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48,476（單日 +0.25%），asof 10/02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31.80 — 台幣偏強（較 7/29 高點 32.38 +1.8%）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美元資產以台幣計價估值波動 — 長期配置不因短期匯率調整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5.28% / 30yr 5.63% — 已達 5.30 凍結線，新增質押全域凍結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31.80 — 台幣偏強，美元曝險的雙面刃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59%（&gt;55% 監控線）→ 台幣升值 = 估值回吐風險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美元基金合計曝險已超監控線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31.80（台幣偏強 +1.8%）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台幣若續強，美元資產以台幣計價縮水（未實現）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框架更新（9/11／9/12 定案）：原「500 萬 MMF＝10 月標案預備金」⛔ 已作廢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MMF 已於 9/9 贖回、9/11 轉申購貝萊德 B11（質押擔保池）；10 月押標金 240 萬 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重評估匯率/美元曝險/利率是否見頂，再換匯建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結論：匯率方向已逆轉 → 不再加碼美元曝險，等 10 月重評估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3,007,220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225,800  (+33.0%)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516,500  (+31.2%)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265,600  (+32.9%)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77,500  (+8.2%)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125,700  (+14.7%)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523,350  (+28.4%)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56,850  (+53.0%)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248,000  (+17.8%)  主動統一台灣增長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12,611,674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質押擔保池）：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富達全球動能B月配美元 5,881,827 元 — 月配息主力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貝萊德B11 強化穩定月配息 4,896,288 元（原 MMF 500 萬贖回款轉申購；⛔ 原「500萬標案預備金」已作廢 9/11）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959,826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⚠️ 美元/日圓計價部位多 → 計入外幣曝險，續抱不加碼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保單借貸已全數清償（2026-09-29＋10-01，餘額 0）→ 質押 590 萬完成置換，利息成本 4% → 2.65%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7.6%｜美股 38.3%（科技15.1）｜防守配息 16.7%｜債券 27.6%｜現金 3.2%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現況（9/11／9/12 定案）：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 B11 500 萬（原 MMF 贖回款）＝質押擔保池成員，不可動用；10 月押標金來源延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7.6%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轉還債安全墊」已作廢（MMF 已轉 B11）→ 改由質押 590 萬（9/29 已撥款入帳）清償高息負債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3.2%：底線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口徑 = 台幣帳戶（不含外幣），月支出 ×3 安全水位達標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5.63%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質押擔保池 B11 500 萬（原 MMF）✅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月配息覆蓋生活費 ✅ 債券梯照收息 ✅ 美元曝險不再加碼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債務清洗監測啟動（DXY 月跌&gt;3% / 10Y breakeven&gt;3% 等觸發才動作）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質押：🔍 質押：擔保池 1,200萬（富達600＋聯博100＋貝萊德B11 500）×5成 = 590萬@2.65%（2026-09-29 使用者確認；原記 2.77%，待銀行書面覆核）；已撥款 → 用途：優先清償 0萬高息負債（保單質押 0萬@4.0% ＋ 券商質押 0萬@3.92%）— 月息 0 → 0，月省約 0（2026-09-12 裁示；10月標案押標金不預留，9月底評估）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轉還債安全墊（不換匯不買債）」已作廢；現行＝質押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履約保證函優先；⛔ 原「500 萬 MMF 作為營運預備金」已作廢（押標金來源延 9 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【您】整池 1,200萬×5成 = 590萬@2.65%（2026-09-29 使用者確認；原記 2.77%，待銀行書面覆核）質押（已撥款）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還保單借貸（4% → 質押 2.65%）：第一批 200 萬已提出申請、待入帳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⛔ 原「500 萬 MMF 轉還債安全墊」已作廢（MMF 已轉 B11）；現行＝質押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標案結果出爐（⚠️ 押標金 240 萬來源延 9 月底評估；原記「500 萬 MMF 預備金已就位」⛔ 已作廢）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31.80：台幣偏強 → 不再加碼美元曝險，等 10 月重評估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4pp+，質押 590 萬@2.65% 再降成本（9/29 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48,476（10/02 收盤，單日 +0.25%）→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9/29 質押撥款 590 萬@2.65%（池市值 1,177.9 萬×約 5 成）→ 清償 500 萬高息負債（第一批 200 萬申請中）；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