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數據基準：10/16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47,111（+0.30%）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45,849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47,111（單日 +0.30%），asof 10/16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5.10% / 30yr 5.44%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32.43 — 台幣偏弱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68.3%（🟡 僅顯示，門檻 60；政策門檻待 10 月戰略檢討）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基金部位之計價結構僅供觀察（🟡 僅顯示，政策門檻待 10 月戰略檢討）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32.43（台幣偏弱 -0.1%）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匯率變動對資產之計價影響僅供參考（未實現）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重評估匯率、利率是否見頂與曝險結構，再換匯建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2,815,430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218,000  (+28.4%)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500,700  (+27.1%)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259,200  (+29.7%)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79,350  (+10.8%)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131,600  (+20.1%)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532,950  (+30.8%)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58,750  (+58.1%)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236,240  (+12.2%)  主動統一台灣增長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12,710,436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5,023,075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980,225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保單借貸已全數清償（2026-09-29＋10-01，餘額 0）→ 質押 590 萬完成置換，利息成本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12.5%｜美股 36.6%（科技14.2）｜防守配息 17.8%｜債券 24.9%｜現金 4.3%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12.5%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4.3%：底線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5.44%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1,200萬（富達600＋聯博100＋貝萊德B11 500）×5成 = 590萬@2.65%（2026-09-29 使用者確認；原記 2.77%，待銀行書面覆核）；已撥款 → 用途：優先清償 0萬高息負債（保單質押 0萬@4.0% ＋ 券商質押 0萬@3.92%）— 月息 0 → 0，月省約 0（2026-09-12 裁示；10 月標案押標金：❌ 已取消（2026-10-12 使用者裁決））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47,111（10/16 收盤，單日 +0.30%）→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