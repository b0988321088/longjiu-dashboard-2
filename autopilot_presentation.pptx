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AAAAA"/>
                </a:solidFill>
              </a:defRPr>
            </a:pPr>
            <a:r>
              <a:t>一人公司自主強化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5"/>
                </a:solidFill>
              </a:defRPr>
            </a:pPr>
            <a:r>
              <a:t>從「手動協駕」到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FFDA"/>
                </a:solidFill>
              </a:defRPr>
            </a:pPr>
            <a:r>
              <a:t>全實相監控自駕模式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龍九控股 | 2026-07-18 | Hermès + Gemini + Notion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SYSTEM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當前系統資產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</a:defRPr>
            </a:pPr>
            <a:r>
              <a:t>✅ 已固化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• SSoT 對位：Moneybook &gt; snapshot.json &gt; Notion 9/9 一致</a:t>
            </a:r>
            <a:br/>
            <a:r>
              <a:t>• 記錄員上崗：Notion 5 表 ops_logs 31 頁</a:t>
            </a:r>
            <a:br/>
            <a:r>
              <a:t>• 大腦導通：Gemini review 情報驅動</a:t>
            </a:r>
            <a:br/>
            <a:r>
              <a:t>• 每日管線：daily_deploy.py 08:00 自動執行</a:t>
            </a:r>
            <a:br/>
            <a:r>
              <a:t>• 週五審計：cron job 已排程 (7/24 首次)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</a:defRPr>
            </a:pPr>
            <a:r>
              <a:t>⏳ 待強化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• 資產護城河監控：Runway / 半導體曝險</a:t>
            </a:r>
            <a:br/>
            <a:r>
              <a:t>• 外部對標引擎：00878/0050/債券型基金</a:t>
            </a:r>
            <a:br/>
            <a:r>
              <a:t>• 動態平衡建議：auto-rebalance rule engine</a:t>
            </a:r>
            <a:br/>
            <a:r>
              <a:t>• SOP 資產化：OPERATIONS_MANUAL.md</a:t>
            </a:r>
            <a:br/>
            <a:r>
              <a:t>• 資訊偵察：美債收益率、央行政策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與市場理財機器人的差異化定位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</a:defRPr>
            </a:pPr>
            <a:r>
              <a:t>🤖 台灣 robo-advisor（現況）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• 只能「給建議」，真正下單需要人按</a:t>
            </a:r>
            <a:br/>
            <a:r>
              <a:t>• 目標：資產增值（growth-first）</a:t>
            </a:r>
            <a:br/>
            <a:r>
              <a:t>• 無法處理除息日排程、T+4 結算</a:t>
            </a:r>
            <a:br/>
            <a:r>
              <a:t>• 配息效率優化不在 scope</a:t>
            </a:r>
            <a:br/>
            <a:r>
              <a:t>• 手動截圖補貨是常態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FFDA"/>
                </a:solidFill>
              </a:defRPr>
            </a:pPr>
            <a:r>
              <a:t>🏢 龍九控股自駕系統（定位）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• 直接產出 ready-to-execute 建議</a:t>
            </a:r>
            <a:br/>
            <a:r>
              <a:t>• 目標：被動現金流覆蓋支出（cash-flow-first）</a:t>
            </a:r>
            <a:br/>
            <a:r>
              <a:t>• 自動 T+4 配息接力 + 除息日預警</a:t>
            </a:r>
            <a:br/>
            <a:r>
              <a:t>• 配息效率最大化是核心 KPI</a:t>
            </a:r>
            <a:br/>
            <a:r>
              <a:t>• API 抓資產，減少截圖輸入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結論：龍九不是 growth-first 的 robo-advisor，而是 cash-flow-first 的自主資產管理 OS。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三大強化模組設計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Asset Moat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Runway / 半導體曝險 / 配息覆蓋率 / 負債比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每日 08:00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Hermès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External Comparator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與外部機器人對標（00878/0050/公債）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每日 08:30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Hermès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Dynamic Balancer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3832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資產再平衡建議（rule-based + 情報觸發）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3832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每日 08:45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338327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Hermès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Weekly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本週資產防禦審計、巴菲特視角壓力測試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每週五 17:00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Gemini + Hermès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三個新模組完全 rule-based，不每次都呼叫 Gemini，確保成本可控。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DYNAMIC BALANCE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動態平衡觸發條件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</a:defRPr>
            </a:pPr>
            <a:r>
              <a:t>半導體曝險 &gt; 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REDUCE_TECH：0050/006208 減碼 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</a:defRPr>
            </a:pPr>
            <a: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被動收入 &lt; 月支出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14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INCREASE_DIVIDEND：加碼配息型 ETF / 債券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514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負債比 &gt;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918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DELEVERAGE：債務調度、暫緩新部位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</a:defRPr>
            </a:pPr>
            <a:r>
              <a:t>0050 除息前 4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69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T+4 預警：啟動配息接力轉換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4069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</a:defRPr>
            </a:pPr>
            <a: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外資賣超 &gt; 150 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46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P1 賣出訊號：啟動減碼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執行長只需審閱每週五的審計報告，核准 / 拒絕建議，系統自動調整。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EXTERNAL COMPARATOR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理財機器人對標矩陣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台股 (0050)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待 7/21 除息確認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元大 00878: +4.2%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0050 配息縮水 40%，00878 替代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債券型基金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5Y 公債: 3.8%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14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接近，維持現有部位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半導體曝險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91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理想上限 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超標，0056 減碼 / 00878 補強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Coverage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069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113%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安全線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069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穩健，持續監控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對標數據每日自動從 Yahoo Finance + internal snapshot 更新，每周五產生對比報告。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自主強化執行路線圖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P0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7/18-7/25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Asset Moat Monitor + Comparator + Balancer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每日 moat report 產出 + Telegram 推送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7/26-8/02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外部 benchmark 自動更新 + 0050 除息 T+4 預警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0050 轉換前 4 天自動預警觸發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</a:defRPr>
            </a:pPr>
            <a: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8327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8/03-8/09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動態平衡 rule engine 上線 + ops_logs auto-write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832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dynamic_balancer 產出 3 條以上建議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</a:defRPr>
            </a:pPr>
            <a: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8/10-8/16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Heatmap + 資產護城河儀表板 (Port 8501)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06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Streamlit Dashboard 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</a:defRPr>
            </a:pPr>
            <a:r>
              <a:t>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29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月底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Gemini CEO 重新評估 + team chain v6.0 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OpenAI 導入 if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P0 目標：在 7/25 前完成三個新模組並通過 daily_deploy 整合測試。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VALUE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自主強化對一人公司的價值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FFDA"/>
                </a:solidFill>
              </a:defRPr>
            </a:pPr>
            <a:r>
              <a:t>🛡️ 資產護城河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</a:defRPr>
            </a:pPr>
            <a:r>
              <a:t>• Runway 自動監控，防止現金斷裂</a:t>
            </a:r>
            <a:br/>
            <a:r>
              <a:t>• 半導體曝險 &gt; 70% 自動預警</a:t>
            </a:r>
            <a:br/>
            <a:r>
              <a:t>• 對標外部機器人，避免績效落後</a:t>
            </a:r>
            <a:br/>
            <a:r>
              <a:t>• 配息覆蓋率維持 100%+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FFDA"/>
                </a:solidFill>
              </a:defRPr>
            </a:pPr>
            <a:r>
              <a:t>🧠 決策頻寬釋放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</a:defRPr>
            </a:pPr>
            <a:r>
              <a:t>• 系統自動產出建議，執行長只做核准/拒絕</a:t>
            </a:r>
            <a:br/>
            <a:r>
              <a:t>• 每日 moat report + 每週審計，不需手動追蹤</a:t>
            </a:r>
            <a:br/>
            <a:r>
              <a:t>• 系統 &gt; 紀律，AI 24/7 監控不疲勞</a:t>
            </a:r>
            <a:br/>
            <a:r>
              <a:t>• 70% 技術微操 → 30% 戰略裁決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FFDA"/>
                </a:solidFill>
              </a:defRPr>
            </a:pPr>
            <a:r>
              <a:t>「一人公司的護城河不在規模，而在系統紀律。」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