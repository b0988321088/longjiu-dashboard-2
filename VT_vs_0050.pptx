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VT vs 0050：該買哪個？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核心問題：您需要的是全球分散，還是台灣集中？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🌍 VT（Vanguard 全球股票 ETF）：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60% 美股 + 40% 國際（歐/日/新興），配息 ~2%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→ 您已有安聯全球多資產（776 萬），功能重疊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→ 需換美元（台幣 32.38 偏貴），且美股 33.7% 已超標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🏢 0050（元大台灣 50）：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100% 台灣 50 大權值股，配息 ~3-4%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→ 台股目前 15.2%（目標 35%），缺口 20pp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→ 用台幣買，不用換匯，今天崩跌更便宜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📊 比較結論：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006208/0050 是台股市值型，VT 是全球分散型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您的配置缺的是「台股集中」不是「全球分散」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安聯收益增長已在做全球分散的工作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🎯 建議：買 0050/006208 補台股缺口，不買 VT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若真要全球分散 → 加碼 00983D（全球複合債 7.1%，台幣計價）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