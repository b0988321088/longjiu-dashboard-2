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371600"/>
            <a:ext cx="7680960" cy="41148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F7"/>
                </a:solidFill>
              </a:defRPr>
            </a:pPr>
            <a:r>
              <a:t>龍九控股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轉貸投資可行性評估計劃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017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以 2.185% 低成本資金活化資產結構，建立穩健套利現金流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制定日期：2026-07-26 | 評估期間：2026 Q3~Q4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現有資產負債總覽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2011680" cy="13716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不動產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B9BF7"/>
                </a:solidFill>
              </a:defRPr>
            </a:pPr>
            <a:r>
              <a:t>3,332 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佔比 65.7%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822960"/>
            <a:ext cx="2011680" cy="13716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960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保單現值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280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4D399"/>
                </a:solidFill>
              </a:defRPr>
            </a:pPr>
            <a:r>
              <a:t>980 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87451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佔比 19.3%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822960"/>
            <a:ext cx="2011680" cy="13716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960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證券+基金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280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7A01C"/>
                </a:solidFill>
              </a:defRPr>
            </a:pPr>
            <a:r>
              <a:t>327 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87451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佔比 6.5%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822960"/>
            <a:ext cx="2011680" cy="13716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960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現金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1280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4D399"/>
                </a:solidFill>
              </a:defRPr>
            </a:pPr>
            <a:r>
              <a:t>331 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187451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佔比 6.5%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468880"/>
            <a:ext cx="4114800" cy="201168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6517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C5C"/>
                </a:solidFill>
              </a:defRPr>
            </a:pPr>
            <a:r>
              <a:t>負債結構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1089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永豐房貸 x3   1,316 萬  ~2.5%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36499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理財型房貸     301 萬  ~3.5%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2102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保單借貸-安聯A  200 萬  ~5% 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87705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保單借貸-安聯B  100 萬  ~5% 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3308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保單借貸-第一金 100 萬  ~5% 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891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證券質押       100 萬  ~3%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總負債 2,117 萬 | 負債比 41.8%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0" y="2468880"/>
            <a:ext cx="3840480" cy="201168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0" y="2651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A01C"/>
                </a:solidFill>
              </a:defRPr>
            </a:pPr>
            <a:r>
              <a:t>每月收支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3108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月收入：206,859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36499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  保單配息 73K / 房租 56K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6210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  薪資 43K / 股息 10K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387705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月支出：210,958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41330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  房貸 99K / 信用卡 38K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389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  生活 45K / 利息 ~18.5K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6451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⚠️ 月缺口：-4,099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轉貸方案比較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651760" cy="32004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方案 A ⭐⭐⭐⭐⭐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國泰→築巢優利貸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93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利率：2.185%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6537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月付：~49,800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214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總利息：~470 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月省房貸：~49,658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914400"/>
            <a:ext cx="2651760" cy="32004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097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方案 B ⭐⭐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3533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國泰轉貸維持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6093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利率：2.6%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86537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月付：~52,500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1214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總利息：~560 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914400"/>
            <a:ext cx="2651760" cy="32004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097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方案 C ⭐⭐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3533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維持永豐現狀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6093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利率：~2.5%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86537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月付：99,458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1214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總利息：~1,050 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389120"/>
            <a:ext cx="8229600" cy="13716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F0"/>
                </a:solidFill>
              </a:defRPr>
            </a:pPr>
            <a:r>
              <a:t>結論：方案 A 最優，月省 ~49,658 房貸支出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28032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F0"/>
                </a:solidFill>
              </a:defRPr>
            </a:pPr>
            <a:r>
              <a:t>轉貸後月付從 99,458 → 49,800，降幅 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84064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F0"/>
                </a:solidFill>
              </a:defRPr>
            </a:pPr>
            <a:r>
              <a:t>年省利息 ~192,000（保單質押 5%→0%）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資金來源與流向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8229600" cy="22860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國泰轉貸撥款（9 月底）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├── 清償永豐房貸 1,316 萬（9/25 到期）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9344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├── 清償保單借貸 400 萬（利率 ~5%→0%）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65376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│     ├─ 安聯A 200 萬 │ ├─ 安聯B 100 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2140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│     └─ 第一金FL65 100 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└── 剩餘資金 ~300 萬（低利 2.185% 可用於投資）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74720"/>
            <a:ext cx="8229600" cy="22860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轉貸後每月現金流變化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13632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房貸：99,458 → 49,800（-49,658）✅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69664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保單質押利息：~16,000 → 0 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25696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保單配息：73,000 → 89,000（+16,000）✅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817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月缺口：-4,099 → +61,559 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風險評估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554480" cy="22860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🔴 利率上升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6093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固定利率 2.185%</a:t>
            </a:r>
            <a:br/>
            <a:r>
              <a:t>已鎖定，不受影響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914400"/>
            <a:ext cx="1554480" cy="22860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79" y="10972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🔴 核貸失敗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79" y="13533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468879" y="16093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國泰已面簽/對保 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914400"/>
            <a:ext cx="1554480" cy="22860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0972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🔴 房價下跌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3533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206240" y="16093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負債比 41.8%</a:t>
            </a:r>
            <a:br/>
            <a:r>
              <a:t>安全邊際充足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79" y="914400"/>
            <a:ext cx="1554480" cy="22860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599" y="10972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🔴 投資虧損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599" y="13533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943599" y="16093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分批買入</a:t>
            </a:r>
            <a:br/>
            <a:r>
              <a:t>配息保護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914400"/>
            <a:ext cx="1554480" cy="22860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10972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🔴 解約損失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13533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7680960" y="16093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無提前還款</a:t>
            </a:r>
            <a:br/>
            <a:r>
              <a:t>違約金 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474720"/>
            <a:ext cx="8229600" cy="22860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A01C"/>
                </a:solidFill>
              </a:defRPr>
            </a:pPr>
            <a:r>
              <a:t>三階段資金部署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1480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第一階段（撥款後立即）：清償高利負債 400 萬→年省利息~19.2 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70832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第二階段（撥款後 1 週內）：建立 300 萬安全網→戰備金+低點布局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626864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F0"/>
                </a:solidFill>
              </a:defRPr>
            </a:pPr>
            <a:r>
              <a:t>第三階段（10 月後）：擴大 00983D 質押套利→增加月配~6,000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三階段資金部署計劃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651760" cy="347472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</a:defRPr>
            </a:pPr>
            <a:r>
              <a:t>第一階段：清償高利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✅ 清償安聯A 200 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105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✅ 清償安聯B 100 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66543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✅ 清償第一金 100 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2257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💰 年省利息 ~19.2 萬</a:t>
            </a:r>
            <a:br/>
            <a:r>
              <a:t>  配息全額領取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撥款後立即執行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914400"/>
            <a:ext cx="2651760" cy="347472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097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9BF7"/>
                </a:solidFill>
              </a:defRPr>
            </a:pPr>
            <a:r>
              <a:t>第二階段：安全網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554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💰 300 萬戰備金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8105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🏠 預留 150 萬房貸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066543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📈 100 萬 00983D 分批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2257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💵 50 萬靈活運用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280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撥款後 1 週內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914400"/>
            <a:ext cx="2651760" cy="347472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097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A01C"/>
                </a:solidFill>
              </a:defRPr>
            </a:pPr>
            <a:r>
              <a:t>第三階段：擴大套利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554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🎯 擴大 00983D 至 150 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8105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💵 月配 12K~18K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066543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📈 盈餘 8.2 萬續投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32257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🇹🇼 台股逢低補碼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10 月後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63440"/>
            <a:ext cx="8229600" cy="13716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463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</a:defRPr>
            </a:pPr>
            <a:r>
              <a:t>最終成效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0352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</a:defRPr>
            </a:pPr>
            <a:r>
              <a:t>每月現金流：-4,099 → +61,559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23559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</a:defRPr>
            </a:pPr>
            <a:r>
              <a:t>每年增被動收入：12.8~25.4 萬 | 負債比 41.8%→~30%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828800"/>
            <a:ext cx="6400800" cy="32004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B9BF7"/>
                </a:solidFill>
              </a:defRPr>
            </a:pPr>
            <a:r>
              <a:t>龍九控股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轉貸投資可行性評估計劃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FA0"/>
                </a:solidFill>
              </a:defRPr>
            </a:pPr>
            <a:r>
              <a:t>制定日期：2026-07-26 | Chief Secretary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