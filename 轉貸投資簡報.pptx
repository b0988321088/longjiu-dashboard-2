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資產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不動產 33.3M</c:v>
                </c:pt>
                <c:pt idx="1">
                  <c:v>保單 9.8M</c:v>
                </c:pt>
                <c:pt idx="2">
                  <c:v>證券 2.5M</c:v>
                </c:pt>
                <c:pt idx="3">
                  <c:v>現金 3.3M</c:v>
                </c:pt>
                <c:pt idx="4">
                  <c:v>基金 0.8M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</c:v>
                </c:pt>
                <c:pt idx="1">
                  <c:v>9.8</c:v>
                </c:pt>
                <c:pt idx="2">
                  <c:v>2.5</c:v>
                </c:pt>
                <c:pt idx="3">
                  <c:v>3.3</c:v>
                </c:pt>
                <c:pt idx="4">
                  <c:v>0.8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負債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房貸 13.2M</c:v>
                </c:pt>
                <c:pt idx="1">
                  <c:v>理財型 3.0M</c:v>
                </c:pt>
                <c:pt idx="2">
                  <c:v>保單借貸 4.0M</c:v>
                </c:pt>
                <c:pt idx="3">
                  <c:v>質押 1.0M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</c:v>
                </c:pt>
                <c:pt idx="1">
                  <c:v>3.0</c:v>
                </c:pt>
                <c:pt idx="2">
                  <c:v>4.0</c:v>
                </c:pt>
                <c:pt idx="3">
                  <c:v>1.0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收入(K)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薪資</c:v>
                </c:pt>
                <c:pt idx="1">
                  <c:v>房租</c:v>
                </c:pt>
                <c:pt idx="2">
                  <c:v>保單配息</c:v>
                </c:pt>
                <c:pt idx="3">
                  <c:v>股息</c:v>
                </c:pt>
                <c:pt idx="4">
                  <c:v>基金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43.1</c:v>
                </c:pt>
                <c:pt idx="1">
                  <c:v>80.1</c:v>
                </c:pt>
                <c:pt idx="2">
                  <c:v>73.0</c:v>
                </c:pt>
                <c:pt idx="3">
                  <c:v>10.0</c:v>
                </c:pt>
                <c:pt idx="4">
                  <c:v>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支出(K)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房貸</c:v>
                </c:pt>
                <c:pt idx="1">
                  <c:v>理財利息</c:v>
                </c:pt>
                <c:pt idx="2">
                  <c:v>保單利息</c:v>
                </c:pt>
                <c:pt idx="3">
                  <c:v>信用卡</c:v>
                </c:pt>
                <c:pt idx="4">
                  <c:v>生活</c:v>
                </c:pt>
                <c:pt idx="5">
                  <c:v>質押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10.0</c:v>
                </c:pt>
                <c:pt idx="2">
                  <c:v>16.0</c:v>
                </c:pt>
                <c:pt idx="3">
                  <c:v>38.0</c:v>
                </c:pt>
                <c:pt idx="4">
                  <c:v>45.0</c:v>
                </c:pt>
                <c:pt idx="5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月付(K)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現狀 2.5%</c:v>
                </c:pt>
                <c:pt idx="1">
                  <c:v>國泰 2.6%</c:v>
                </c:pt>
                <c:pt idx="2">
                  <c:v>築巢 2.185%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99.5</c:v>
                </c:pt>
                <c:pt idx="1">
                  <c:v>52.5</c:v>
                </c:pt>
                <c:pt idx="2">
                  <c:v>49.8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月收入(K)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月支出(K)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718096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718096"/>
                </a:solidFill>
              </a:defRPr>
            </a:pPr>
            <a:r>
              <a:t>以低利資金 2.185% 優化負債結構・提升被動現金流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18096"/>
                </a:solidFill>
              </a:defRPr>
            </a:pPr>
            <a:r>
              <a:t>2026-07-26 ｜ 評估期間：2026 Q3~Q4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現有資產負債結構 ｜ 負債率 41.8%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總資產：50,689,930 TWD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</a:defRPr>
            </a:pPr>
            <a:r>
              <a:t>總負債：21,165,869 TWD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每月收支分析 ｜ 月缺口 -4,099 ⚠️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轉貸方案比較 ｜ 推薦：築巢優利貸 2.185%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推薦原因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✅ 公務員專案，資格符合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✅ 月省房貸 49,658（vs 現狀）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✅ 資金可清償 4M 保單借貸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✅ 清償後月省利息 16,000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9E0B"/>
                </a:solidFill>
              </a:defRPr>
            </a:pPr>
            <a:r>
              <a:t>⚠️ 9/25 前須完成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三階段資金部署計劃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第一階段：清償高利負債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安聯A 2M + 安聯B 1M + 第一金 1M = 4,000,000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月省利息 16,000 ｜ 配息實收 73K→89K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09728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第二階段：建立安全網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保留理財型額度 3M（備而不用）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補足星展備用金至 100K（6個月生活費）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109728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第三階段：低利擴張投資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00983D 每月10張→100張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00919/00878 補張數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保單第三站 PIMCO+AI+A10 400萬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執行時間表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7/17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國泰轉貸面簽/對保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8~9月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48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18096"/>
                </a:solidFill>
              </a:defRPr>
            </a:pPr>
            <a:r>
              <a:t>逐月買入 ETF + 補張數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9/25 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</a:defRPr>
            </a:pPr>
            <a:r>
              <a:t>永豐房貸到期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9月底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9E0B"/>
                </a:solidFill>
              </a:defRPr>
            </a:pPr>
            <a:r>
              <a:t>國泰轉貸撥款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10/1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9E0B"/>
                </a:solidFill>
              </a:defRPr>
            </a:pPr>
            <a:r>
              <a:t>辦理築巢優利貸 2.185%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10~12月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92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18096"/>
                </a:solidFill>
              </a:defRPr>
            </a:pPr>
            <a:r>
              <a:t>ETF/保單第三站佈局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12月底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18096"/>
                </a:solidFill>
              </a:defRPr>
            </a:pPr>
            <a:r>
              <a:t>全年檢視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預期成效對照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改善摘要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📈 負債率：41.8% → ~35%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📈 房貸月付：99,458 → 49,800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📈 保單利息：16,000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B981"/>
                </a:solidFill>
              </a:defRPr>
            </a:pPr>
            <a:r>
              <a:t>📈 月配息實收：73,000 → 106,500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月淨現金流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-4,099 → +102,259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