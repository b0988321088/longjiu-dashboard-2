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32720" cy="41148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龍九控股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技能複利加速計畫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工程專業 × AI 自動化 × 資產管理 = 三重結構優勢變現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2026-07-28 ｜ Chief Secretary 策略分析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目錄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2743200" cy="36576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01 · 您的技能核心資產盤點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762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02 · 技能複利五種方法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237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03 · 最適合您的方案排序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8712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04 · 方案A：AI 顧問訂閱制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186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05 · 方案B：工程+AI 顧問服務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06 · 方案C：線上知識課程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913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07 · 方案D：內容創作 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6110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08 · 方案E：AI 工具代理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60857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09 · 6 個月行動路線圖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5604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10 · 預期效益與結論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您的技能核心資產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五項稀有技能 + 三重結構優勢 = 市場上極少人同時具備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743200" cy="36576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台電工程判斷力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B9BF7"/>
                </a:solidFill>
              </a:defRPr>
            </a:pPr>
            <a:r>
              <a:t>★★★★★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AI 最難取代的現場能力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AI 系統開發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★★★★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龍九系統完整實作經驗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資產管理架構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★★★★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50M+ 組合管理實戰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79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工程規範解讀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7A01C"/>
                </a:solidFill>
              </a:defRPr>
            </a:pPr>
            <a:r>
              <a:t>★★★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合約/法規/審查能力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54864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三重結構優勢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① 台電 9 等工程判斷力（實體現場）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② 2.185% 低利籌資能力（身分紅利）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③ AI 自動化系統（龍九）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三個疊加 = 極高護城河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00400"/>
            <a:ext cx="54864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技能 vs 資產複利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資產複利：錢幫你賺錢（年化 6-8%）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技能複利：能力幫你賺錢（年化 100%+）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技能 → 收入 → 再投資 → 更多資產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兩者相輔相成，效果倍增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五種技能複利方法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從最輕到最重，從最快到最久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AI 顧問訂閱制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月收 3~10 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龍九系統 SaaS 化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個人資產管理模板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月費 NT$3K~10K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10 客戶 = 月收 3~10 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F7"/>
                </a:solidFill>
              </a:defRPr>
            </a:pPr>
            <a:r>
              <a:t>工程+AI 顧問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案收 5~20 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AI 監控/報告自動化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對象：中小型工程公司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專案制 NT$5~20 萬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年接 5 案 = 25~100 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線上知識課程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課收 30~60 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工程師 AI 加速工作術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NT$3K~6K/人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錄一次賣多次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100 人 = 30~60 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還有兩種（詳見後頁）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④ 內容創作 IP：方格子/Medium → 流量變現 + 會員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⑤ AI 工具代理：中小企業 AI 導入 + 維護合約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方案 A：AI 顧問訂閱制（最推薦）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566160" cy="3657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9BF7"/>
                </a:solidFill>
              </a:defRPr>
            </a:pPr>
            <a:r>
              <a:t>第 1 個月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準備期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整理龍九系統功能菜單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建立服務流程表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定價 NT$3,000/月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566160" cy="3657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7A01C"/>
                </a:solidFill>
              </a:defRPr>
            </a:pPr>
            <a:r>
              <a:t>第 2-3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試營運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找 2-3 位親友免費試用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收集反饋迭代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建立案例/口碑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3657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第 4-6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正式上線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目標 5 客戶 = 月收 1.5 萬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年化目標 36~120 萬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邊際成本趨近於零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✅ 複利效應：每多一位客戶，月收增加 3K~10K，維護成本幾乎不變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方案 B：工程+AI 顧問服務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結合最難取代的現場判斷力 + 最新 AI 自動化技術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2743200" cy="36576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服務項目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5B9BF7"/>
                </a:solidFill>
              </a:defRPr>
            </a:pPr>
            <a:r>
              <a:t>3 項核心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AI監控/報告/合約審查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目標客戶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7A01C"/>
                </a:solidFill>
              </a:defRPr>
            </a:pPr>
            <a:r>
              <a:t>中小型營造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年營收 1~5 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專案單價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5~20 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按規模議價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79" y="1463040"/>
            <a:ext cx="2011680" cy="146304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年收益目標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59" y="1920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4D399"/>
                </a:solidFill>
              </a:defRPr>
            </a:pPr>
            <a:r>
              <a:t>25~100 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59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8FA0"/>
                </a:solidFill>
              </a:defRPr>
            </a:pPr>
            <a:r>
              <a:t>年接 5 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00400"/>
            <a:ext cx="54864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服務項目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① 工程現場 AI 監控系統建置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② 日報/週報自動化生成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③ 合約 AI 審查與風險標記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200400"/>
            <a:ext cx="5486400" cy="22860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383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競爭優勢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✅ 你是真的工程師（不是純軟體公司）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✅ 你親身做過現場（知道痛點）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✅ 你已經有可運作的系統（不是 PPT 方案）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方案 C：線上課程 vs 方案 D：內容創作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661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C：線上課程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30~60 萬/班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主題：工程師 AI 加速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NT$3K~6K/人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錄一次賣多次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100 人 = 30~60 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D：內容創作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10~30 萬/年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方格子/Medium/LinkedIn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主題：工程+資產管理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流量→會員→聯盟行銷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長期複利效應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63040"/>
            <a:ext cx="3566160" cy="32004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F7"/>
                </a:solidFill>
              </a:defRPr>
            </a:pPr>
            <a:r>
              <a:t>E：AI 工具代理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60~240 萬/年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代理企業級 AI 工具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20 客戶維護合約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月收 10~40 萬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需較大資本與團隊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11247120" cy="1371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建議優先順序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A（顧問訂閱）&gt; C（課程）&gt; B（專案）&gt; D（內容）&gt; E（代理）</a:t>
            </a:r>
          </a:p>
          <a:p>
            <a:pPr>
              <a:spcAft>
                <a:spcPts val="300"/>
              </a:spcAft>
              <a:defRPr sz="1300">
                <a:solidFill>
                  <a:srgbClr val="E8E8F0"/>
                </a:solidFill>
              </a:defRPr>
            </a:pPr>
            <a:r>
              <a:t>A 最符合：低啟動成本 + 高複利 + 時間彈性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6 個月行動路線圖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566160" cy="3657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9BF7"/>
                </a:solidFill>
              </a:defRPr>
            </a:pPr>
            <a:r>
              <a:t>第 1 個月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建立品牌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開方格子/LinkedIn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每週 2 篇 AI+工程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主題定位：工程師 x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566160" cy="3657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7A01C"/>
                </a:solidFill>
              </a:defRPr>
            </a:pPr>
            <a:r>
              <a:t>第 2-3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試營運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AI 顧問試用 2-3 位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整理服務菜單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定價 NT$3,000/月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566160" cy="36576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第 4-6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正式上線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目標 5 客戶 = 月收 1.5 萬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線上課程錄製</a:t>
            </a:r>
          </a:p>
          <a:p>
            <a:pPr>
              <a:spcAft>
                <a:spcPts val="300"/>
              </a:spcAft>
              <a:defRPr sz="1200">
                <a:solidFill>
                  <a:srgbClr val="E8E8F0"/>
                </a:solidFill>
              </a:defRPr>
            </a:pPr>
            <a:r>
              <a:t>年化目標 +36~120 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目標：6 個月內建立每月 15K+ 技能收入，1 年內達 30K+/月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預期效益與結論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年收入增加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保守：36 萬/年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樂觀：120 萬/年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核心：AI 顧問訂閱制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B9BF7"/>
                </a:solidFill>
              </a:defRPr>
            </a:pPr>
            <a:r>
              <a:t>時間投入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每月 20h 兼職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週末可完成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不影響本業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7A01C"/>
                </a:solidFill>
              </a:defRPr>
            </a:pPr>
            <a:r>
              <a:t>複利效應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技能收入→再投資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加速資產複利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兩者相乘效應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護城河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台電 x AI x 資產管理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全台極少人同時具備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越早開始越難被追上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188720"/>
            <a:ext cx="2103120" cy="2743200"/>
          </a:xfrm>
          <a:prstGeom prst="round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1371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C5C"/>
                </a:solidFill>
              </a:defRPr>
            </a:pPr>
            <a:r>
              <a:t>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173736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這週開方格子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2 週內第一篇文</a:t>
            </a:r>
          </a:p>
          <a:p>
            <a:pPr>
              <a:spcAft>
                <a:spcPts val="300"/>
              </a:spcAft>
              <a:defRPr sz="1100">
                <a:solidFill>
                  <a:srgbClr val="E8E8F0"/>
                </a:solidFill>
              </a:defRPr>
            </a:pPr>
            <a:r>
              <a:t>1 個月內第一位客戶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