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32720" cy="4114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5B9BF7"/>
                </a:solidFill>
              </a:defRPr>
            </a:pPr>
            <a:r>
              <a:t>龍九控股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109728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大轉向資產配置策略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三種情境 × 匯率優勢 × 龍九準備好了嗎？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731520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2026-07-28 | Chief Secretary + 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目錄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2743200" cy="36576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200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01 · 市場現況：資金輪動中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76272"/>
            <a:ext cx="9144000" cy="3200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02 · 三種情境分析：升息/高原/降息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23744"/>
            <a:ext cx="9144000" cy="3200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03 · 匯率衝擊：對您有利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71216"/>
            <a:ext cx="9144000" cy="3200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04 · 目前配置診斷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18688"/>
            <a:ext cx="9144000" cy="3200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05 · 三情境對策矩陣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9144000" cy="3200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06 · 調整方案（推薦）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13632"/>
            <a:ext cx="9144000" cy="3200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07 · 執行時間表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61104"/>
            <a:ext cx="9144000" cy="3200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08 · 結論：大轉向前的準備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01 · 市場現況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資金從科技輪向防禦，高原期跡象明顯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743200" cy="36576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S&amp;P 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64592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F7A01C"/>
                </a:solidFill>
              </a:defRPr>
            </a:pPr>
            <a:r>
              <a:t>7,403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▼0.14% 輪動中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002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道瓊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920240"/>
            <a:ext cx="164592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34D399"/>
                </a:solidFill>
              </a:defRPr>
            </a:pPr>
            <a:r>
              <a:t>52,517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146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▲0.59% 防禦強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002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Nasdaq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920240"/>
            <a:ext cx="164592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FF5C5C"/>
                </a:solidFill>
              </a:defRPr>
            </a:pPr>
            <a:r>
              <a:t>24,763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5146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▼0.68% 科技弱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79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16002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USD/TWD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1920240"/>
            <a:ext cx="164592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34D399"/>
                </a:solidFill>
              </a:defRPr>
            </a:pPr>
            <a:r>
              <a:t>29.78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25146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台幣偏弱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0400"/>
            <a:ext cx="54864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493776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資金流向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科技轉向：工業、金融、公用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台積電ADR跌，道瓊逆勢漲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高原期：賺現金流非賭利率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00400"/>
            <a:ext cx="54864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493776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對龍九的意義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00983D正對題：高原期最穩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安聯多資產不用動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現金311萬被通膨吃掉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台股15%遠低目標35%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02 · 三種情境分析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每種情境都有對策，不押注單一方向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情境A：升息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機率 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通膨復燃 Fed 再升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長債大跌 短債小傷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00983D 短債抗跌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現金為王 你握311萬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安聯配息不受影響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情境B：高原 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機率 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不升不降 賺現金流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00983D 最穩收息7.1%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現金過多 被通膨吃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台股便宜應加碼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道瓊防禦股輪動中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4592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情境C：降息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機率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經濟轉弱Fed救市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長債大漲 短債小傷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00983D 配息縮水但穩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台股受惠資金行情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你握160萬可加碼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47120" cy="1371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市場定價偏向高原期（機率60%）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S&amp;P不跌不漲、輪動明顯 → B情境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您的配置在B情境最有利，AC也不至於受傷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真正的風險不是升降息，而是現金過多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03 · 匯率：USD/TWD 29.78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您有81%資產是美元計價，匯率是最大變數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743200" cy="36576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美股ETF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64592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34D399"/>
                </a:solidFill>
              </a:defRPr>
            </a:pPr>
            <a:r>
              <a:t>~540萬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台幣貶1元→+18萬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002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安聯保單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920240"/>
            <a:ext cx="164592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34D399"/>
                </a:solidFill>
              </a:defRPr>
            </a:pPr>
            <a:r>
              <a:t>~776萬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146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台幣貶1元→+26萬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002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合計美元曝險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920240"/>
            <a:ext cx="164592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5B9BF7"/>
                </a:solidFill>
              </a:defRPr>
            </a:pPr>
            <a:r>
              <a:t>~1,316萬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5146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佔總流動81%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79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16002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台幣現金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1920240"/>
            <a:ext cx="164592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F7A01C"/>
                </a:solidFill>
              </a:defRPr>
            </a:pPr>
            <a:r>
              <a:t>311萬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25146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匯率不影響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0400"/>
            <a:ext cx="54864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493776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三情境匯率影響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升息→美元強→台幣30+ → +44萬✅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高原→美元穩→台幣29~30 → 持平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降息→美元弱→台幣28- → -44萬⚠️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但保單不賣不算實現虧損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00400"/>
            <a:ext cx="54864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493776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結論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✅ 目前匯率對您有利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⚠️ 美股不要再加碼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💡 用台幣現金買台股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04 · 配置診斷：哪裡該動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台股嚴重不足 + 現金過多 = 最大問題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743200" cy="36576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台股成長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64592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FF5C5C"/>
                </a:solidFill>
              </a:defRPr>
            </a:pPr>
            <a:r>
              <a:t>15.2%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目標35% 缺口20pp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002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美股成長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920240"/>
            <a:ext cx="164592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34D399"/>
                </a:solidFill>
              </a:defRPr>
            </a:pPr>
            <a:r>
              <a:t>33.7%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146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目標30% 已達標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002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防守配息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920240"/>
            <a:ext cx="164592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FF5C5C"/>
                </a:solidFill>
              </a:defRPr>
            </a:pPr>
            <a:r>
              <a:t>12.4%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5146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目標25% 缺口13pp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79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16002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現金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1920240"/>
            <a:ext cx="1645920" cy="45720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FF5C5C"/>
                </a:solidFill>
              </a:defRPr>
            </a:pPr>
            <a:r>
              <a:t>19.2%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2514600"/>
            <a:ext cx="164592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目標5% 超標14pp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0400"/>
            <a:ext cx="54864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493776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不動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00983D 30萬 → 高原期最穩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安聯A+B 776萬 → 多資產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第一金196萬 → 配息穩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美股ETF 540萬 → 已達標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00400"/>
            <a:ext cx="54864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493776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該動 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台股 245萬→310萬 (+65萬)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防守 200萬→236萬 (+36萬)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現金 311萬→160萬 (-151萬)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05 · 三情境對策矩陣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不論哪種情境，您的準備都足夠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情境A：升息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維持現狀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00983D 短債抗跌 ✅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160萬現金賺高息 ✅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安聯保單配息不停 ✅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台股可能跟跌 ⚠️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但分批買入成本低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情境B：高原 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加碼收息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00983D +70萬賺7.1% ✅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台股 +65萬低接 ✅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防守 +36萬收配息 ✅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月配息從73K→89K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年化+15~18萬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4592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情境C：降息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樂觀加碼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台股受惠資金行情 ✅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00983D配息縮但穩 ✅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你握160萬現金可加碼 ✅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美股資產升值 ✅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長債部位不夠多 ⚠️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47120" cy="1371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三情境都安全，B情境最有利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升息→有現金防守 | 高原→現金投入收息 | 降息→有子彈加碼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關鍵：不要在高原期抱著現金被通膨吃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06 · 執行時間表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566160" cy="3657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200" b="0">
                <a:solidFill>
                  <a:srgbClr val="F7A01C"/>
                </a:solidFill>
              </a:defRPr>
            </a:pPr>
            <a:r>
              <a:t>現在~8月底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00983D +70萬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每週10張（~10萬）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7週到100萬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月配 2.1K→7K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設定定期定額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566160" cy="3657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200" b="0">
                <a:solidFill>
                  <a:srgbClr val="5B9BF7"/>
                </a:solidFill>
              </a:defRPr>
            </a:pPr>
            <a:r>
              <a:t>9月轉貸完成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清償+加碼台股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築巢2.185%清償保單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月省16K利息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省下的錢50%買台股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台股再+65萬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66160" cy="3657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Q4起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20040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現金流優化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現金160萬戰備不動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每月盈餘8.2萬再投入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年化+15~18萬/年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大轉向來臨有子彈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目標：9月底前完成部署，無論哪種情境都不怕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07 · 結論：大轉向前的準備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73736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準備好了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三情境都有對策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不押注單一方向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目前配置最適合高原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升降息也不受傷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371600"/>
            <a:ext cx="173736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300" b="1">
                <a:solidFill>
                  <a:srgbClr val="F7A01C"/>
                </a:solidFill>
              </a:defRPr>
            </a:pPr>
            <a:r>
              <a:t>唯一要動的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現金311萬→160萬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差額151萬投入收息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年化+15~18萬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不做的話每年被通膨吃6萬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371600"/>
            <a:ext cx="173736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300" b="1">
                <a:solidFill>
                  <a:srgbClr val="5B9BF7"/>
                </a:solidFill>
              </a:defRPr>
            </a:pPr>
            <a:r>
              <a:t>時間點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現在開始買00983D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9月轉貸後加碼台股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Q4收成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大轉向來臨有子彈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371600"/>
            <a:ext cx="173736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匯率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81%美元資產對您有利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美股已達標不加不減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用台幣買台股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匯率風險自然對沖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371600"/>
            <a:ext cx="1737360" cy="274320"/>
          </a:xfrm>
          <a:prstGeom prst="rect">
            <a:avLst/>
          </a:prstGeom>
          <a:noFill/>
        </p:spPr>
        <p:txBody>
          <a:bodyPr wrap="square" autofit="shrink"/>
          <a:lstStyle/>
          <a:p>
            <a:pPr algn="l">
              <a:defRPr sz="1300" b="1">
                <a:solidFill>
                  <a:srgbClr val="FF5C5C"/>
                </a:solidFill>
              </a:defRPr>
            </a:pPr>
            <a:r>
              <a:t>一句話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台股便宜，現金太多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別在高原期抱著現金被通膨吃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行動：現在開始買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