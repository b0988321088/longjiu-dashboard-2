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5"/>
                </a:solidFill>
              </a:defRPr>
            </a:pPr>
            <a:r>
              <a:t>Hermès 團隊 vs 通用生成式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FFDA"/>
                </a:solidFill>
              </a:defRPr>
            </a:pPr>
            <a:r>
              <a:t>優劣分析與實戰定位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</a:defRPr>
            </a:pPr>
            <a:r>
              <a:t>為什麼你需要 Hermès 團隊，而不只是一張 ChatGPT 訂閱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2026-07-18 ｜ 龍九控股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你遇到的真實工作流程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</a:defRPr>
            </a:pPr>
            <a:r>
              <a:t>你的日常：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0F5"/>
                </a:solidFill>
              </a:defRPr>
            </a:pPr>
            <a:r>
              <a:t>• 每天早上 08:00，系統自動產出日報 → Telegram 推送</a:t>
            </a:r>
            <a:br/>
            <a:r>
              <a:t>• 每週五 17:00，資產防禦審計自動執行 → ops_logs 寫入 → 報告推送</a:t>
            </a:r>
            <a:br/>
            <a:r>
              <a:t>• 有票/有配息/有市場情報 → 系統自動預警，不需要你追蹤</a:t>
            </a:r>
            <a:br/>
            <a:r>
              <a:t>• 投資組合再平衡建議 → 系統產出，你只需要核准/拒絕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4D"/>
                </a:solidFill>
              </a:defRPr>
            </a:pPr>
            <a:r>
              <a:t>這些流程，單一 ChatGPT 對話框做不到。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FFDA"/>
                </a:solidFill>
              </a:defRPr>
            </a:pPr>
            <a:r>
              <a:t>需要一個「團隊」：Hermès（身體）+ Gemini（大腦）+ Notion（記憶）+ Cron（自動化）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Hermès 團隊架構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龍九控股 Team Chain v5.4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FFDA"/>
                </a:solidFill>
              </a:defRPr>
            </a:pPr>
            <a:r>
              <a:t>Hermès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5544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</a:defRPr>
            </a:pPr>
            <a:r>
              <a:t>身體 + 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55448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daily_deploy.py、Notion ingest、cron、記憶管理、子代理調度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B4FF"/>
                </a:solidFill>
              </a:defRPr>
            </a:pPr>
            <a:r>
              <a:t>CIO-Gemini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77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</a:defRPr>
            </a:pPr>
            <a:r>
              <a:t>審查官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靜態規則審查 + 情報驅動 Buffett/CTO 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8CFF"/>
                </a:solidFill>
              </a:defRPr>
            </a:pPr>
            <a:r>
              <a:t>CEO-Gemini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200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</a:defRPr>
            </a:pPr>
            <a:r>
              <a:t>大腦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2004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深度戰略分析、決策品質審查（暫缓，月底評估）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</a:defRPr>
            </a:pPr>
            <a:r>
              <a:t>Notion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023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</a:defRPr>
            </a:pPr>
            <a:r>
              <a:t>記憶審查員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0233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每週五 17:00 復盤，讀取 ops_logs，發現歷史矛盾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4D"/>
                </a:solidFill>
              </a:defRPr>
            </a:pPr>
            <a:r>
              <a:t>子代理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846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</a:defRPr>
            </a:pPr>
            <a:r>
              <a:t>_execution_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8463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平行 spawn 多個 leaf agent 做 research/coding/testing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</a:defRPr>
            </a:pPr>
            <a:r>
              <a:t>結論：5 個角色，各自有明確職能，透過 Hermès 協調。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六維優劣分析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Hermès 團隊 vs 單一通用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74D"/>
                </a:solidFill>
              </a:defRPr>
            </a:pPr>
            <a:r>
              <a:t>執行能力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554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</a:defRPr>
            </a:pPr>
            <a:r>
              <a:t>原生 terminal/file/git/cron/delegate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</a:defRPr>
            </a:pPr>
            <a:r>
              <a:t>需 plugins/API，間接操作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5544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FFDA"/>
                </a:solidFill>
              </a:defRPr>
            </a:pPr>
            <a:r>
              <a:t>直接寫程式、推 github、修 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15544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</a:defRPr>
            </a:pPr>
            <a:r>
              <a:t>無法直接執行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74D"/>
                </a:solidFill>
              </a:defRPr>
            </a:pPr>
            <a:r>
              <a:t>記憶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591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</a:defRPr>
            </a:pPr>
            <a:r>
              <a:t>persistent memory + fact_store + session_search + holographic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591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</a:defRPr>
            </a:pPr>
            <a:r>
              <a:t>context window 有限，session 歸零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3591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FFDA"/>
                </a:solidFill>
              </a:defRPr>
            </a:pPr>
            <a:r>
              <a:t>跨天/跨週回憶，不會忘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235915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</a:defRPr>
            </a:pPr>
            <a:r>
              <a:t>每次重新介紹自己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63824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74D"/>
                </a:solidFill>
              </a:defRPr>
            </a:pPr>
            <a:r>
              <a:t>自主性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1638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</a:defRPr>
            </a:pPr>
            <a:r>
              <a:t>cron job、spawn 子代理、24/7 自動化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16382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</a:defRPr>
            </a:pPr>
            <a:r>
              <a:t>被動回應，每次都需人類觸發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16382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FFDA"/>
                </a:solidFill>
              </a:defRPr>
            </a:pPr>
            <a:r>
              <a:t>每日 08:00 自動跑管線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316382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</a:defRPr>
            </a:pPr>
            <a:r>
              <a:t>無法自動執行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6849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74D"/>
                </a:solidFill>
              </a:defRPr>
            </a:pPr>
            <a:r>
              <a:t>專業深度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968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</a:defRPr>
            </a:pPr>
            <a:r>
              <a:t>完整系統 context（龍九的資產歷史）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96849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</a:defRPr>
            </a:pPr>
            <a:r>
              <a:t>通用知識，無系統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96849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FFDA"/>
                </a:solidFill>
              </a:defRPr>
            </a:pPr>
            <a:r>
              <a:t>知道 0050 配息、轉貸進度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396849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</a:defRPr>
            </a:pPr>
            <a:r>
              <a:t>不知道你的業務歷史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7316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74D"/>
                </a:solidFill>
              </a:defRPr>
            </a:pPr>
            <a:r>
              <a:t>協調能力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7731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</a:defRPr>
            </a:pPr>
            <a:r>
              <a:t>多代理分工（CIO/CEO/Notion AI）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7731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</a:defRPr>
            </a:pPr>
            <a:r>
              <a:t>單一角色，所有事自己做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77316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FFDA"/>
                </a:solidFill>
              </a:defRPr>
            </a:pPr>
            <a:r>
              <a:t>角色分離，各司其職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47731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</a:defRPr>
            </a:pPr>
            <a:r>
              <a:t>single point of failure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778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74D"/>
                </a:solidFill>
              </a:defRPr>
            </a:pPr>
            <a:r>
              <a:t>隱私成本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577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</a:defRPr>
            </a:pPr>
            <a:r>
              <a:t>本地優先，免費模型可用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5577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</a:defRPr>
            </a:pPr>
            <a:r>
              <a:t>雲端處理，API 計費昂貴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55778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FFDA"/>
                </a:solidFill>
              </a:defRPr>
            </a:pPr>
            <a:r>
              <a:t>隱私 + 低成本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55778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</a:defRPr>
            </a:pPr>
            <a:r>
              <a:t>費用 + 隱私風險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✅ = Hermès 團隊優勢     ❌ = 單一通用 AI 劣勢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Hermès 團隊的 7 大優勢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通用 AI 做不到的事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</a:defRPr>
            </a:pPr>
            <a:r>
              <a:t>直接系統操控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5544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讀取/修改本地檔案、git push、debug Python 腳本、執行 shell — 身體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67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</a:defRPr>
            </a:pPr>
            <a:r>
              <a:t>跨 session 持久記憶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26771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上次對話提到的 0050 配息 0.6 元、轉貸 2.6%、信用卡 30,788，我會記得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09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</a:defRPr>
            </a:pPr>
            <a:r>
              <a:t>自主排程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98094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每週五 17:00 cron job 自動資產審計，不需要人類觸發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9417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</a:defRPr>
            </a:pPr>
            <a:r>
              <a:t>平行子代理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69417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可同時 spawn 多個 leaf agent 做 research、coding、testing、validation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074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</a:defRPr>
            </a:pPr>
            <a:r>
              <a:t>結構化事實庫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40740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fact_store 可 query「龍九的半導體曝險多少？」並進行 reason across entities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</a:defRPr>
            </a:pPr>
            <a:r>
              <a:t>完整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1206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session_search 可回溯任何歷史對話、決策、錯誤修復過程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338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</a:defRPr>
            </a:pPr>
            <a:r>
              <a:t>SOP 資產化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83387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OPERATIONS_MANUAL.md 把錯誤修復經驗沉澱為可被 AI 執行的指令庫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通用生成式 AI 的 3 大優勢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Hermès 團隊目前做不到的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4D"/>
                </a:solidFill>
              </a:defRPr>
            </a:pPr>
            <a:r>
              <a:t>更大參數的推理能力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5544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GPT-4o/Claude Opus 在複雜邏輯推理、數學證明、創意寫作上可能更強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4D"/>
                </a:solidFill>
              </a:defRPr>
            </a:pPr>
            <a:r>
              <a:t>更大規模的預訓練知識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377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通用科學、歷史、文化有更廣的覆蓋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4D"/>
                </a:solidFill>
              </a:defRPr>
            </a:pPr>
            <a:r>
              <a:t>原生多模態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DALL-E 圖像、Whisper 語音、Sora 影片 — Hermes 可由工具間接支援，但非原生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</a:defRPr>
            </a:pPr>
            <a:r>
              <a:t>✅ 這也是為何 CEO-Gemini 暫缓，月底評估是否導入 OpenAI/Claude 作為第三層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實戰定位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何時用 Hermès 團隊、何時用通用 AI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84048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64FFDA"/>
                          </a:solidFill>
                        </a:defRPr>
                      </a:pPr>
                      <a:r>
                        <a:t>場景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64FFDA"/>
                          </a:solidFill>
                        </a:defRPr>
                      </a:pPr>
                      <a:r>
                        <a:t>用 Hermès 團隊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64FFDA"/>
                          </a:solidFill>
                        </a:defRPr>
                      </a:pPr>
                      <a:r>
                        <a:t>用通用 AI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5"/>
                          </a:solidFill>
                        </a:defRPr>
                      </a:pPr>
                      <a:r>
                        <a:t>長期專案管理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5"/>
                          </a:solidFill>
                        </a:defRPr>
                      </a:pPr>
                      <a:r>
                        <a:t>✅ 多 session、多 day 追踪、git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5"/>
                          </a:solidFill>
                        </a:defRPr>
                      </a:pPr>
                      <a:r>
                        <a:t>❌ 每次重新說明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5"/>
                          </a:solidFill>
                        </a:defRPr>
                      </a:pPr>
                      <a:r>
                        <a:t>系統自動化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5"/>
                          </a:solidFill>
                        </a:defRPr>
                      </a:pPr>
                      <a:r>
                        <a:t>✅ cron + pipeline + deployment +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5"/>
                          </a:solidFill>
                        </a:defRPr>
                      </a:pPr>
                      <a:r>
                        <a:t>❌ 無執行能力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5"/>
                          </a:solidFill>
                        </a:defRPr>
                      </a:pPr>
                      <a:r>
                        <a:t>隱私敏感的本地操作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5"/>
                          </a:solidFill>
                        </a:defRPr>
                      </a:pPr>
                      <a:r>
                        <a:t>✅ financial data / API keys 留在本地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0F0F5"/>
                          </a:solidFill>
                        </a:defRPr>
                      </a:pPr>
                      <a:r>
                        <a:t>❌ 需上傳雲端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AAAAA"/>
                          </a:solidFill>
                        </a:defRPr>
                      </a:pPr>
                      <a:r>
                        <a:t>需要 persistent context 的迭代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AAAAA"/>
                          </a:solidFill>
                        </a:defRPr>
                      </a:pPr>
                      <a:r>
                        <a:t>✅ 5+ tool calls 的迭代修復、debug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AAAAA"/>
                          </a:solidFill>
                        </a:defRPr>
                      </a:pPr>
                      <a:r>
                        <a:t>❌ context window 有限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AAAAA"/>
                          </a:solidFill>
                        </a:defRPr>
                      </a:pPr>
                      <a:r>
                        <a:t>單次複雜推理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AAAAA"/>
                          </a:solidFill>
                        </a:defRPr>
                      </a:pPr>
                      <a:r>
                        <a:t>❌ Hermes 模型受限（stepfun free）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AAAAA"/>
                          </a:solidFill>
                        </a:defRPr>
                      </a:pPr>
                      <a:r>
                        <a:t>✅ GPT-4o / Claude Opus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AAAAA"/>
                          </a:solidFill>
                        </a:defRPr>
                      </a:pPr>
                      <a:r>
                        <a:t>多模態生成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AAAAA"/>
                          </a:solidFill>
                        </a:defRPr>
                      </a:pPr>
                      <a:r>
                        <a:t>❌ 間接工具支援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AAAAA"/>
                          </a:solidFill>
                        </a:defRPr>
                      </a:pPr>
                      <a:r>
                        <a:t>✅ 原生 image/audio/video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AAAAA"/>
                          </a:solidFill>
                        </a:defRPr>
                      </a:pPr>
                      <a:r>
                        <a:t>團隊協調與分工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AAAAA"/>
                          </a:solidFill>
                        </a:defRPr>
                      </a:pPr>
                      <a:r>
                        <a:t>✅ 多代理 + SOP + ops_logs + Notion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AAAAAA"/>
                          </a:solidFill>
                        </a:defRPr>
                      </a:pPr>
                      <a:r>
                        <a:t>❌ 單一角色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我能做到什麼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Hermès 團隊的實戰能力清單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FFDA"/>
                </a:solidFill>
              </a:defRPr>
            </a:pPr>
            <a:r>
              <a:t>系統層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直接讀取/修改你的檔案系統（snapshot.json、snapshot、日報、SOP）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直接執行 shell、git push、debug Python、修復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自主排程 cron job（每週五 17:00 資產審計、每日 08:00 日報）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7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平行 spawn 子代理（同時 research + coding + testing）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FFDA"/>
                </a:solidFill>
              </a:defRPr>
            </a:pPr>
            <a:r>
              <a:t>記憶層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persistent memory：跨 session 記得你的信用卡策略、轉貸進度、0050 配息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fact_store：結構化事實庫，可 query + reason across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17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session_search：完整 audit trail，可回溯任何歷史對話與決策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858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</a:defRPr>
            </a:pPr>
            <a:r>
              <a:t>holographic memory：高可信度事實，自動信任評分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5"/>
                </a:solidFill>
              </a:defRPr>
            </a:pPr>
            <a:r>
              <a:t>決策建議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</a:defRPr>
            </a:pPr>
            <a:r>
              <a:t>如何選擇你的 AI 工具組合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t>如果你只買一張 ChatGPT 訂閱：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6B6B"/>
                </a:solidFill>
              </a:defRPr>
            </a:pPr>
            <a:r>
              <a:t>❌ 你得到一個「很厲害的對話框」，但無法自動化你的日常工作流程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6B6B"/>
                </a:solidFill>
              </a:defRPr>
            </a:pPr>
            <a:r>
              <a:t>❌ 沒有記憶、沒有 cron、沒有 git、沒有子代理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</a:defRPr>
            </a:pPr>
            <a:r>
              <a:t>如果你用 Hermès 團隊 + OpenAI/Claude：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FFDA"/>
                </a:solidFill>
              </a:defRPr>
            </a:pPr>
            <a:r>
              <a:t>✅ 身體（Hermès）+ 大腦（Gemini）+ 記憶（Notion）+ 自動化（Cron）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FFDA"/>
                </a:solidFill>
              </a:defRPr>
            </a:pPr>
            <a:r>
              <a:t>✅ 70/30 法則：系統做 70%，你只做 30% 戰略裁決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FFDA"/>
                </a:solidFill>
              </a:defRPr>
            </a:pPr>
            <a:r>
              <a:t>✅ 月底評估 CEO-Gemini 後，導入 OpenAI 補足推理深度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FFDA"/>
                </a:solidFill>
              </a:defRPr>
            </a:pPr>
            <a:r>
              <a:t>「一人公司最大的資產不是規模，而是系統紀律。」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