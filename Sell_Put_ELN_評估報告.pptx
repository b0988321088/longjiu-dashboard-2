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龍九控股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Sell Put / ELN 策略評估報告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FA0"/>
                </a:solidFill>
              </a:defRPr>
            </a:pPr>
            <a:r>
              <a:t>以輝達（NVDA）為標的之結構型商品風險分析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2026 年 7 月 26 日 ｜ 證券推薦產品評估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01 · 產品結構說明：什麼是 Sell Put / ELN？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02 · 吸引力分析：為什麼聽起來很好？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03 · 風險一：現金流不穩定，無法取代配息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04 · 風險二：資金鎖定與尾端風險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05 · 風險三：高維護成本，背離被動投資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06 · 情境模擬：三種走勢結果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07 · 結論：不建議，提供替代方案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Sell Put / ELN 策略：賣出賣權賺權利金，跌到價外接股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以輝達（NVDA）為標的，履約價設在現價 50% 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策略運作機制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1️⃣ 選定標的：輝達 NVDA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2️⃣ 設定履約價：現價 × 50%（深度價外）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3️⃣ 賣出賣權（Sell Put），收取權利金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4️⃣ 四種結果：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 📌 股價沒跌 → 賺權利金（像利息）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 📌 股價跌 50% → 強制接股（半價買入）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 📌 股價跌 &gt;50% → 深度套牢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 📌 股價大漲 → 只賺微薄權利金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502920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C5C"/>
                </a:solidFill>
              </a:defRPr>
            </a:pPr>
            <a:r>
              <a:t>關鍵參數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⚠️ 需預留 100% 現金保證金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⚠️ 合約期間：3 個月一期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⚠️ 需持續 Roll Over（展期）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⚠️ 權利金收入 = 固定，無上漲空間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⚠️ 接股後 = 持有個股，無分散風險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🔄 每次到期需重新評估：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波動率 → 履約價 → 接盤意願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吸引力分析：高利息 + 半價接股的雙贏幻覺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證券話術 vs 實際風險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話術：沒跌就領高利息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C5C"/>
                </a:solidFill>
              </a:defRPr>
            </a:pPr>
            <a:r>
              <a:t>事實：權利金本質是承擔風險的補償，非長期穩定配息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話術：跌了半價接股賺到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C5C"/>
                </a:solidFill>
              </a:defRPr>
            </a:pPr>
            <a:r>
              <a:t>事實：跌 50% 後還有可能再跌 70%+，深度套牢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話術：適合穩健投資人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C5C"/>
                </a:solidFill>
              </a:defRPr>
            </a:pPr>
            <a:r>
              <a:t>事實：需盯盤 + 滾動調整，非被動投資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話術：科技巨頭不會倒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C5C"/>
                </a:solidFill>
              </a:defRPr>
            </a:pPr>
            <a:r>
              <a:t>事實：個股風險永遠存在（Nokia/Intel 案例）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現金流不穩定，無法取代固定的月配息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權利金收入 ≠ 配息收入，本質完全不同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C5C"/>
                </a:solidFill>
              </a:defRPr>
            </a:pPr>
            <a:r>
              <a:t>Sell Put 權利金收入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❌ 收入非長期持續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   每次合約到期後需重新尋找機會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   條件可能大不相同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❌ 市場大漲時錯失主升段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   輝達漲 30% → 只拿固定權利金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   完全吃不到資本利得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❌ 無法預測的現金流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   無法納入被動收入規劃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502920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現有月配息系統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✅ 保單配息：73,000/月（穩定）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    清償後變 89,000/月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✅ ETF 股息：10,000/月（穩定）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    00919/00878/00983D 長期配息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✅ 保單第三站：17,500/月（預計）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    PIMCO+AI+A10 月配型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✅ 全部可預測、低維護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資金鎖定與尾端風險：100% 保證金 + 無底跌幅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個股（即便是 NVDA）跌幅沒有底限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保證金要求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100% 現金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資金效率極低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個股最大跌幅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無底限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NVDA 曾跌 80%+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對比 VT/ETF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分散風險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全球指數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10515600" cy="2286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情境模擬：假設投入 1,000 萬做 Sell 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NVDA 跌 50% → 強制接股 500 萬 NVDA + 500 萬現金退款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NVDA 再跌 20%（總跌 60%）→ NVDA 持股市值=400 萬，虧損 100 萬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NVDA 跌 80%（半導體景氣循環）→ 市值=200 萬，虧損 300 萬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💡 相比之下：買 VT 或 006208，分散風險+長期複利，無需盯盤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高維護成本，背離被動投資初衷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期權合約每 3 個月需重新評估，無法自動化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8229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Sell Put / ELN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每 3 個月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需盯盤 + Roll 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5C5C"/>
                </a:solidFill>
              </a:defRPr>
            </a:pPr>
            <a:r>
              <a:t>維護成本：高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10972800" cy="8229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保單配息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每月自動入帳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零維護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</a:defRPr>
            </a:pPr>
            <a:r>
              <a:t>維護成本：零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0972800" cy="8229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ETF（00919/00878）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每季自動入帳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零維護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</a:defRPr>
            </a:pPr>
            <a:r>
              <a:t>維護成本：零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0972800" cy="8229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VT / 006208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長期持有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零維護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800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</a:defRPr>
            </a:pPr>
            <a:r>
              <a:t>維護成本：零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三種走勢結果模擬：只有一種情境有利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Sell Put 本質是賣出保險，賺小錢賠大錢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NVDA 小跌或持平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賺權利金 ~5%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✅ 有限獲利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最佳情境，但不可持續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NVDA 跌 50% 接股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接股後回漲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F7"/>
                </a:solidFill>
              </a:defRPr>
            </a:pPr>
            <a:r>
              <a:t>✅ 半價買到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接股後變個股集中持股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C5C"/>
                </a:solidFill>
              </a:defRPr>
            </a:pPr>
            <a:r>
              <a:t>NVDA 跌 70%+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深度套牢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❌ 重大虧損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需數年解套，資金凍結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結論：不建議採用，維持 ETF + 保單的被動系統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C5C"/>
                </a:solidFill>
              </a:defRPr>
            </a:pPr>
            <a:r>
              <a:t>❌  現金流不穩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權利金無法取代月配息，長期不可預測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C5C"/>
                </a:solidFill>
              </a:defRPr>
            </a:pPr>
            <a:r>
              <a:t>❌  資金效率低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100% 保證金鎖死，拖累複利成長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C5C"/>
                </a:solidFill>
              </a:defRPr>
            </a:pPr>
            <a:r>
              <a:t>❌  尾端風險高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個股跌幅無底，半導體景氣循環可跌 80%+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✅  替代方案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VT / 006208 分散配置，或小額定期定額 NVDA 現股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✅  保持簡單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166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轉貸→清償→ETF→保單第三站，已經足夠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