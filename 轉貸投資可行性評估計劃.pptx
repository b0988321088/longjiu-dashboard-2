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以 2.185% 低成本資金活化資產結構，建立穩健套利現金流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2026-07-28 ｜ Chief Secretary 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現有負債結構 — 保單質押高利息侵蝕配息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20116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星展理財型房貸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378 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20116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保單質押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400 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4-6%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20116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凱基證券質押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~30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698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核心問題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保單質押利率高達 4-6%，每月利息約 16,000~20,000 元</a:t>
            </a:r>
            <a:br/>
            <a:r>
              <a:t>嚴重侵蝕每月保單配息 118,296 元</a:t>
            </a:r>
            <a:br/>
            <a:r>
              <a:t>轉貸後可釋放每月 16K~20K 的淨現金流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轉貸方案 — 國泰轉貸 + 築巢優利貸雙管齊下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5603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國泰轉貸（執行中）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✅ 7/13 結清  ✅ 7/17 面簽</a:t>
            </a:r>
            <a:br/>
            <a:r>
              <a:t>⏳ 9/25 轉貸生效</a:t>
            </a:r>
            <a:br/>
            <a:r>
              <a:t>利率：待核定（預估 2.5-3%）</a:t>
            </a:r>
            <a:br/>
            <a:r>
              <a:t>用途：清償星展理財型房貸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築巢優利貸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⏳ 10/1 生效</a:t>
            </a:r>
            <a:br/>
            <a:r>
              <a:t>利率：2.185%（台電專屬）</a:t>
            </a:r>
            <a:br/>
            <a:r>
              <a:t>用途：清償保單質押 400 萬</a:t>
            </a:r>
            <a:br/>
            <a:r>
              <a:t>效益：每年省息約 7.2~15.2 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轉貸前後對比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轉貸前：保單配息 118,296 - 質押利息 16,000~20,000 = 淨現金流 ~98,296~102,296</a:t>
            </a:r>
            <a:br/>
            <a:r>
              <a:t>轉貸後：保單配息 118,296 - 質押利息 0 = 淨現金流 118,296 ✅  每月多釋放 +16,000~20,000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00983D 質押套利 — 年化 7.1% × 極低波動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目前價格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10.13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今日收盤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年化配息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每月 0.06 元/股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一年波動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±3.7%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極度平穩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存續期間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3.8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低利率敏感度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1069848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套利邏輯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質押借款 2-3%  →  買入 00983D 年化 7.1%  →  淨利差約 4%</a:t>
            </a:r>
            <a:br/>
            <a:br/>
            <a:r>
              <a:t>執行策略：</a:t>
            </a:r>
            <a:br/>
            <a:r>
              <a:t>  ▸ 自有資金 311 萬戰備金，分批買入 10-50 張/次</a:t>
            </a:r>
            <a:br/>
            <a:r>
              <a:t>  ▸ 50 張目標 → 月配息 ~6,000 元</a:t>
            </a:r>
            <a:br/>
            <a:r>
              <a:t>  ▸ 質押成本估算：50 萬×3% = 年息 15,000 = 月息 1,250</a:t>
            </a:r>
            <a:br/>
            <a:r>
              <a:t>  ▸ 淨月現金流：6,000 - 1,250 = 4,750 元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執行時間軸 — 三階段資金釋放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38328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7月-8月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第一階段：慢補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00983D 分批買入</a:t>
            </a:r>
            <a:br/>
            <a:r>
              <a:t>00919+5張 → 10張</a:t>
            </a:r>
            <a:br/>
            <a:r>
              <a:t>00878+5張 → 20張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097280"/>
            <a:ext cx="338328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9月-10月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第二階段：轉貸生效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9/25 國泰轉貸</a:t>
            </a:r>
            <a:br/>
            <a:r>
              <a:t>10/1 築巢優利貸</a:t>
            </a:r>
            <a:br/>
            <a:r>
              <a:t>清償保單質押 400 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38328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10月後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第三階段：擴大套利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擴大 00983D 至 100-150 張</a:t>
            </a:r>
            <a:br/>
            <a:r>
              <a:t>月配 12,000~18,000</a:t>
            </a:r>
            <a:br/>
            <a:r>
              <a:t>續投盈餘 8.2 萬/月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698480" cy="11887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年度預估效益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利息節省：+7.2~15.2 萬/年  ｜  00983D 配息：+3.6~7.2 萬/年  ｜  ETF 配息增加：+2~3 萬/年  ｜ 合計增加被動收入：+12.8~25.4 萬/年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風險評估與結論 — 結構性優化財務體質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🟢 低風險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00983D 波動 ±3.7%</a:t>
            </a:r>
            <a:br/>
            <a:r>
              <a:t>比 0050(±20%)低很多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🟢 低風險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737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轉貸利率已鎖定 2.185%</a:t>
            </a:r>
            <a:br/>
            <a:r>
              <a:t>不受升息影響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🟡 中風險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台股持續下跌</a:t>
            </a:r>
            <a:br/>
            <a:r>
              <a:t>影響補倉節奏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468880" cy="1828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🔴 僅在槓桿過高時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737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質押比率 &gt; 60%</a:t>
            </a:r>
            <a:br/>
            <a:r>
              <a:t>才會觸發斷頭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069848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轉貸 + 質押套利 + 低點補倉 — 三管齊下</a:t>
            </a:r>
            <a:br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1. 2.185% 築巢優利貸清償 4-6% 保單質押 → 無風險套利，年省 7.2~15.2 萬</a:t>
            </a:r>
            <a:br/>
            <a:r>
              <a:t>2. 每月釋出 16K~20K 現金流 + 原有盈餘 8.2 萬 = 每月 ~10 萬可再投入</a:t>
            </a:r>
            <a:br/>
            <a:r>
              <a:t>3. 00983D 質押套利：利差 4%，50 張月配 ~6,000 元，波動僅 ±3.7%</a:t>
            </a:r>
            <a:br/>
            <a:r>
              <a:t>4. 台股僅 14.8%（目標 35%），有 20pp 補碼空間，搭配 311 萬戰備金</a:t>
            </a:r>
            <a:br/>
            <a:br/>
            <a:r>
              <a:t>每年增加被動收入 12.8~25.4 萬，結構性改善財務體質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828800"/>
            <a:ext cx="850392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FA0"/>
                </a:solidFill>
              </a:defRPr>
            </a:pPr>
            <a:r>
              <a:t>Chief Secretary 深度分析 ｜ 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