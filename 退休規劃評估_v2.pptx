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龍九控股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退休後人生規劃評估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3657600" cy="36576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FA0"/>
                </a:solidFill>
              </a:defRPr>
            </a:pPr>
            <a:r>
              <a:t>50 歲離開台電後的財務可行性 × 事業可能性 × 生活型態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2026 年 7 月 26 日 ｜ 龍九控股 CIO 策略研究室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01 · 三大關鍵數字：你的退休 Ready 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02 · 財務可行性：四種退休情境模擬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03 · 推薦路徑：侍親留停過渡方案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04 · 收入結構：三層防護網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05 · 壓力測試：即使最壞情況也 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06 · 退休後你可以做什麼（四大方向）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07 · 風險評估與應變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08 · 總結：下一步行動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7A01C"/>
                </a:solidFill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3657600" cy="36576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三大關鍵數字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8FA0"/>
                </a:solidFill>
              </a:defRPr>
            </a:pPr>
            <a:r>
              <a:t>你的退休 Ready 指數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被動月收 198K 已超越基本生活費 145K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即使不工作，每月仍多出 53K 現金流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3474720" cy="2743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34D399"/>
                </a:solidFill>
              </a:defRPr>
            </a:pPr>
            <a:r>
              <a:t>198,396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每月被動收入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房租 80K + 配息 118K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3474720" cy="2743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8A8FA0"/>
                </a:solidFill>
              </a:defRPr>
            </a:pPr>
            <a:r>
              <a:t>145,000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每月基本生活費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轉貸後房貸 49.8K + 生活支出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286000"/>
            <a:ext cx="3474720" cy="2743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7A01C"/>
                </a:solidFill>
              </a:defRPr>
            </a:pPr>
            <a:r>
              <a:t>53,396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每月盈餘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即使不工作，錢還會增加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7A01C"/>
                </a:solidFill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3657600" cy="36576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財務可行性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8FA0"/>
                </a:solidFill>
              </a:defRPr>
            </a:pPr>
            <a:r>
              <a:t>四種退休情境分析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立即退休 vs 侍親留停：哪個適合你？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財務上都可行，但風險與自由度不同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A01C"/>
                </a:solidFill>
              </a:defRPr>
            </a:pPr>
            <a:r>
              <a:t>立即退休（50 歲）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月被動收入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198,396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月生活費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A8FA0"/>
                </a:solidFill>
              </a:defRPr>
            </a:pPr>
            <a:r>
              <a:t>145,000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月盈餘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+53,396 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身份保留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C5C"/>
                </a:solidFill>
              </a:defRPr>
            </a:pPr>
            <a:r>
              <a:t>❌ 放棄台電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信用紅利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C5C"/>
                </a:solidFill>
              </a:defRPr>
            </a:pPr>
            <a:r>
              <a:t>❌ 喪失低利貸款資格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復職彈性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C5C"/>
                </a:solidFill>
              </a:defRPr>
            </a:pPr>
            <a:r>
              <a:t>❌ 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solidFill>
            <a:srgbClr val="0F121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侍親留停（推薦）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月被動收入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198,396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月生活費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A8FA0"/>
                </a:solidFill>
              </a:defRPr>
            </a:pPr>
            <a:r>
              <a:t>145,000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月盈餘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+53,396 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身份保留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✅ 可復職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信用紅利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✅ 維持公務員利率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復職彈性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✅ 1-3 年內可選擇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侍親留停執行路徑：Step 1 → 2 →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先留停試水溫，不急著全退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200400" cy="3200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20040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D399"/>
                </a:solidFill>
              </a:defRPr>
            </a:pPr>
            <a:r>
              <a:t>申請留停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侍親事由最寬鬆</a:t>
            </a:r>
            <a:br/>
            <a:r>
              <a:t>最長 3 年</a:t>
            </a:r>
            <a:br/>
            <a:r>
              <a:t>保留年資與身份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A8FA0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828800"/>
            <a:ext cx="3200400" cy="3200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1828800"/>
            <a:ext cx="320040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7A01C"/>
                </a:solidFill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603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7A01C"/>
                </a:solidFill>
              </a:defRPr>
            </a:pPr>
            <a:r>
              <a:t>過渡期測試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83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體驗全職退休生活</a:t>
            </a:r>
            <a:br/>
            <a:r>
              <a:t>管理資產組合</a:t>
            </a:r>
            <a:br/>
            <a:r>
              <a:t>嘗試興趣項目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A8FA0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828800"/>
            <a:ext cx="3200400" cy="3200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1828800"/>
            <a:ext cx="320040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5603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B9BF7"/>
                </a:solidFill>
              </a:defRPr>
            </a:pPr>
            <a:r>
              <a:t>決定下一步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3383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1-3 年後選擇：</a:t>
            </a:r>
            <a:br/>
            <a:r>
              <a:t>① 復職繼續工作</a:t>
            </a:r>
            <a:br/>
            <a:r>
              <a:t>② 正式退休</a:t>
            </a:r>
            <a:br/>
            <a:r>
              <a:t>③ 延長留停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7A01C"/>
                </a:solidFill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3657600" cy="36576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收入保護傘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8FA0"/>
                </a:solidFill>
              </a:defRPr>
            </a:pPr>
            <a:r>
              <a:t>三層防護網 + 壓力測試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7A01C"/>
                </a:solidFill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真正的財務自由不是擁有很多錢，</a:t>
            </a:r>
            <a:br/>
            <a:r>
              <a:t>而是你的被動收入足以支撐你想過的生活。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— 巴菲特 間接說的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7A01C"/>
                </a:solidFill>
              </a:defRPr>
            </a:pPr>
            <a:r>
              <a:t>龍九控股的被動收入已經跨過這個門檻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三層現金流保護傘，層層獨立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即使某一層失效，其他兩層仍能支撐生活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505200" cy="11887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13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第一層：房租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13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80,100/月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13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最穩定，不受股市影響</a:t>
            </a:r>
          </a:p>
        </p:txBody>
      </p:sp>
      <p:sp>
        <p:nvSpPr>
          <p:cNvPr id="9" name="Rectangle 8"/>
          <p:cNvSpPr/>
          <p:nvPr/>
        </p:nvSpPr>
        <p:spPr>
          <a:xfrm>
            <a:off x="4511040" y="1645920"/>
            <a:ext cx="3505200" cy="11887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3920" y="1783080"/>
            <a:ext cx="313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第二層：保單配息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3920" y="2103120"/>
            <a:ext cx="313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9BF7"/>
                </a:solidFill>
              </a:defRPr>
            </a:pPr>
            <a:r>
              <a:t>106,500/月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3920" y="2468880"/>
            <a:ext cx="313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清償後全額實領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90560" y="1645920"/>
            <a:ext cx="3505200" cy="11887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3440" y="1783080"/>
            <a:ext cx="313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第三層：ETF 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3440" y="2103120"/>
            <a:ext cx="313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17,200/月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3440" y="2468880"/>
            <a:ext cx="313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00919/00878/00983D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壓力測試：最壞情況仍然安全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股跌 30%＋房租跌 20%＝勉強覆蓋，其他情境都 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3474720" cy="2743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34D399"/>
                </a:solidFill>
              </a:defRPr>
            </a:pPr>
            <a:r>
              <a:t>✅ 198K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正常情況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比生活費多 53K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3474720" cy="2743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34D399"/>
                </a:solidFill>
              </a:defRPr>
            </a:pPr>
            <a:r>
              <a:t>✅ 173K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房租跌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仍多 28K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286000"/>
            <a:ext cx="3474720" cy="27432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7A01C"/>
                </a:solidFill>
              </a:defRPr>
            </a:pPr>
            <a:r>
              <a:t>⚠️ 153K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股跌30%+房租跌20%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仍多 8K⋯逼近警戒線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7A01C"/>
                </a:solidFill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3657600" cy="36576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退休後做什麼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8FA0"/>
                </a:solidFill>
              </a:defRPr>
            </a:pPr>
            <a:r>
              <a:t>四大方向 × 你的獨特優勢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四大方向，可以混合搭配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不需要只選一個，可以逐步嘗試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14600" cy="3200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51460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D399"/>
                </a:solidFill>
              </a:defRPr>
            </a:pPr>
            <a:r>
              <a:t>房地產管理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3 間房月收 80K</a:t>
            </a:r>
            <a:br/>
            <a:r>
              <a:t>可調整租金</a:t>
            </a:r>
            <a:br/>
            <a:r>
              <a:t>或增購第二間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A8FA0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28800"/>
            <a:ext cx="2514600" cy="3200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828800"/>
            <a:ext cx="251460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7A01C"/>
                </a:solidFill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560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7A01C"/>
                </a:solidFill>
              </a:defRPr>
            </a:pPr>
            <a:r>
              <a:t>AI 系統顧問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3832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龍九系統可複製</a:t>
            </a:r>
            <a:br/>
            <a:r>
              <a:t>為高資產客戶</a:t>
            </a:r>
            <a:br/>
            <a:r>
              <a:t>建立自動化管線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A8FA0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2514600" cy="3200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828800"/>
            <a:ext cx="251460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1031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560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B9BF7"/>
                </a:solidFill>
              </a:defRPr>
            </a:pPr>
            <a:r>
              <a:t>台電專業延伸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3832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節能顧問/太陽能</a:t>
            </a:r>
            <a:br/>
            <a:r>
              <a:t>電力安全講師</a:t>
            </a:r>
            <a:br/>
            <a:r>
              <a:t>水電統包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A8FA0"/>
                </a:solidFill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59" y="1828800"/>
            <a:ext cx="2514600" cy="3200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59" y="1828800"/>
            <a:ext cx="251460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39" y="21031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8BFA"/>
                </a:solidFill>
              </a:defRPr>
            </a:pPr>
            <a: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39" y="2560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</a:defRPr>
            </a:pPr>
            <a:r>
              <a:t>被動生活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33832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結婚生子陪伴家人</a:t>
            </a:r>
            <a:br/>
            <a:r>
              <a:t>學習成長出國</a:t>
            </a:r>
            <a:br/>
            <a:r>
              <a:t>微型興趣收入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風險評估：最怕的不是賠錢，是太早無聊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財務已 safe，心理與生活節奏才是真正挑戰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長壽風險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活到 90 歲，40 年開銷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被動收入每年調升 2%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房租下跌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經濟衰退租金降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第二層保單仍然穩定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保單配息縮水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基金淨值下跌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分散 3 家保險公司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健康突發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重大醫療支出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理財型額度 3M 備援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太早無聊 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退休後失去生活重心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先留停試水溫！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結論：50 歲退休可行，先侍親留停試水溫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💰  財務已達標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被動月收 198K &gt; 生活費 145K，覆蓋率 137%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🛡️  推薦路徑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侍親留停 1-3 年 → 保留身份 → 再決定是否正式退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🎯  四大方向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房地產＋AI系統＋台電專業＋被動生活，可混合搭配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C5C"/>
                </a:solidFill>
              </a:defRPr>
            </a:pPr>
            <a:r>
              <a:t>⚠️  關鍵前提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轉貸完成後再執行退休決策，確保現金流最大化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