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大轉向資產配置策略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USD/TWD 31.63  ×  台股 46,185（09/11 收盤）  ×  10yr 4.94%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數據基準：09/11 最新收盤（執行時自動抓取）｜ 龍九控股策略框架 9/6 核准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龍九控股 ｜ Chief Secretary + CIO 聯合分析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即時市場：台股 46,185（-1.61%）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台股位處近一月高檔區 — 無系統性風險 ｜ 近一月低點 44,719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📈 台股最新收盤 46,185（單日 -1.61%），asof 09/11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證交所維持率健康，無大規模斷頭風險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💵 USD/TWD 31.63 — 台幣偏強（較 7/29 高點 32.38 +2.3%）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美元資產以台幣計價估值波動 — 長期配置不因短期匯率調整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📡 10yr 4.94% / 30yr 5.36% — 已達 5.30 凍結線，新增質押全域凍結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觀望至 9/11 CPI + 9/16 FOMC，方向明朗前不加碼不恐慌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匯率 31.63 — 台幣偏強，美元曝險的雙面刃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美元曝險 64.0%（&gt;55% 監控線）→ 台幣升值 = 估值回吐風險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🔵 美股ETF + 安聯保單 + 美元基金合計曝險已超監控線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7/29 高點 32.38 → 如今 31.63（台幣偏強 +2.3%）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台幣若續強，美元資產以台幣計價縮水（未實現）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💡 9/6 核准：500 萬 MMF（國泰貨基）= 10 月標案預備金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不換匯、不買債 → 保留台幣流動性，當標案+升息雙重緩衝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⚠️ 美債 5 階 ladder（2027-2031）延至 10 月標案結果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沒標到 → 重評估匯率/美元曝險/利率是否見頂，再換匯建 ladder 或還債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標到 → 履約保證函優先（年費 0.5-1.5%），不新增保單借貸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📊 結論：匯率方向已逆轉 → 不再加碼美元曝險，等 10 月重評估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證券持股對策：核心續抱，觀望期凍結新增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證券總市值 2,948,510 元（snapshot 9/4）— 台股 8/24 裁示暫緩、9/6 全面觀望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✅ 核心續抱（市值型+高息+低波）：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0050        219,300  (+29.1%)  元大台灣50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006208      500,100  (+27.0%)  富邦台50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009816      257,920  (+29.1%)  凱基台灣TOP50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00646        76,500  (+6.8%)  元大S&amp;P500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00713       127,300  (+16.1%)  元大台灣高息低波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00878       511,050  (+25.4%)  國泰永續高股息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0056         55,750  (+50.1%)  元大高股息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00981A      237,840  (+13.0%)  統一台灣高息動能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🔴 台股新增凍結：8/24 裁示全暫緩 → 9/6 觀望至 9/11 CPI / 9/16 FOMC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0050/006208 慢慢買計畫暫停；既有部位續抱不賣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美股科技 15.4% 已達標 → 不再建議降科技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💡 00983D 債券梯照收息（月配），其餘不動作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觀望期結束（9/16 後）依 CPI/FOMC 結果再評估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基金持股對策（國泰直購 + 鉅亨）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基金總市值 12,694,166 元（snapshot 9/4 報價日 9/3）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✅ 國泰直購（配息主力 + 標案預備金）：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富達全球動能B月配美元 5,872,651 元 — 月配息主力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國泰貨幣市場基金 5,003,846 元 = 500萬標案預備金（9/6 核准，不換匯不買債）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聯博全球多元收益AD美元月配 976,617 元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✅ 鉅亨：自由Pay（路博邁5G累積/統一奔騰/0050連結A）+ 一般申購 19 檔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⚠️ 美元/日圓計價部位多 → 計入外幣曝險，續抱不加碼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💡 基金結構不改：月配息覆蓋生活費，其餘交市場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任何基金轉換（如接力排程）→ 同步更新三下游報表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債務結構：低利優勢不變，質押降息進行中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市場利率 6-7% vs 您的加權 ~2.6% — 結構性優勢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🔴 保單借貸 400 萬 @4%+ → 9/11 質押簽約後 350 萬@2.8% 償還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（還安聯 300 萬 + 元大 50 萬），利息成本 4%+ → 2.8%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🟡 洲際W 1,312 萬（600+700）@2.5% 9/25 到期 → 不急，最差續約 2.5%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國泰備案主軸 ≤2.5%+3 年寬限+全額代償；築巢 2.185%（台電專屬）優先洽詢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🟡 大義街 1,200 萬 @2.6%（國泰 8/20 已撥款）→ 3 年寬限期，月付 26,000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🟢 理財型房貸已全數清償（8/11）✅ ｜ 證券質押 100 萬凍結中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🏠 優勢：別人貸款 6-7%，您 2.5-2.6% → 升息環境反而擴大利差優勢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質押上限紀律：US30Y ≥ 5.30 全域凍結新增質押（目前 5.25 未觸發）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配置診斷：觀望期不動，等 CPI/FOMC + 10 月標案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穿透：台股 7.6%｜美股 44.9%（科技12.4）｜防守配息 4.4%｜債券 17.3%｜現金 22.4%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🔴 現況（9/6 核准框架）：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500 萬 MMF（國泰貨基）= 10 月標案預備金，不動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台股穿透 7.6% → 偏低，但觀望期凍結新增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✅ 不動：美股（匯率回吐風險但長線持有）、安聯、FL65、債券梯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💡 觀望至 9/11 CPI / 9/16 FOMC：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升息確定 → 500 萬 MMF 轉還債安全墊（不換匯）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降息/持平 → 10 月標案結果後再評估 ladder 進場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📊 現金/安全網穿透 22.4%：底線 70 萬已守住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口徑 = 台幣帳戶（不含外幣），月支出 ×3 安全水位達標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三種情境 × 觀望期的準備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A:升息 ｜ B:高原 ｜ C:降息 — 9/11 CPI 與 9/16 FOMC 決定方向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🔴 情境A：升息（30yr 5.36% 警戒區，CPI 9/11 關鍵）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500 萬 MMF 緩衝 ✅ 00983D 短債抗跌 ✅ 質押新增凍結（≥5.30 線）✅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🟡 情境B：高原（利率不動，最可能）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月配息覆蓋生活費 ✅ 債券梯照收息 ✅ 美元曝險不再加碼 ✅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🟢 情境C：降息（若 CPI 走軟 + FOMC 轉鴿）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10 月標案結果後重評估 ladder ✅ 台股解凍分批買 ✅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🏠 三情境都安全：房貸 ~2.6% 固定低利，升息環境利差反而擴大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債務清洗監測啟動（DXY 月跌&gt;3% / 10Y breakeven&gt;3% 等觸發才動作）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執行時間表：9-10 月關鍵節點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核准框架一次到位，等待 CPI / FOMC / 標案三訊號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9/11(五)13:00：板橋國泰質押簽約 → 350 萬@2.8% 還安聯 300 + 元大 50（撥款 2-4 週）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9/11：CPI 公布 → 9/16 FOMC → 決定觀望期結束後方向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升息確定 → 500 萬 MMF 轉還債安全墊（不換匯不買債）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9/25：洲際W 1,312 萬到期 → 轉貸定案（築巢 2.185% 優先 / 國泰備案 ≤2.5%）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10 月：環保標案結果 →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沒標到 → 重評估匯率/曝險/ladder 時機（或直接還債）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標到 → 履約保證函優先，500 萬 MMF 作為營運預備金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常態：月配息覆蓋生活費，盈餘依序償債（4%+ 優先）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✅ 明確行動指示：接下來做這 5 件事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核准框架 → 到期前完成 ｜ 您本人 2 件｜龍九自動盯 2 件｜建明 1 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1️⃣ 【您】9/11(五)13:00 板橋國泰質押簽約 → 350 萬@2.8%（帶身分證+印鑑）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還安聯 300 萬 + 元大 50 萬 → 保單借貸成本 4%+ 降至 2.8%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2️⃣ 【您】9/25 前 → 洲際W 1,312 萬轉貸定案（9/25 到期）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築巢 2.185% 優先洽詢（台電專屬）｜國泰備案 ≤2.5%+3年寬限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最差續約 2.5% — 到期前不用急，但不放著不管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3️⃣ 【龍九盯】9/11 CPI + 9/16 FOMC → 觀望結束判定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升息確定 → 500 萬 MMF 轉還債安全墊（不換匯不買債）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降息/持平 → 10 月標案結果後再評估 ladder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4️⃣ 【龍九盯】持續 → 雷達 pending：凍結台股/輪動至 9/11 前不加碼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月配息覆蓋生活費自動入帳，盈餘依序償債（4%+ 優先）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5️⃣ 【建明】10 月 → 標案結果出爐（500 萬 MMF 預備金已就位）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沒標到 → 重評估 ladder 或直接還債｜標到 → 履約保證函優先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🚫 明確不做：不換匯買債｜台股不加碼｜不新增質押（US30Y ≥5.30 凍結線）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結論：觀望不是靜止 — 三個訊號前都已就位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低利債務 + 現金緩衝 + 配息覆蓋 → 等訊號再出手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💰 匯率 31.63：台幣偏強 → 不再加碼美元曝險，等 10 月重評估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🏠 債務 ~2.6%：比市場低 4pp+，9/11 質押 350 萬@2.8% 再降成本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📈 台股 46,185（09/11 收盤，單日 -1.61%）→ 無系統風險，不恐慌不追高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🎯 9/6 核准框架：500 萬 MMF 標案預備金（不換匯不買債）→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9/11 CPI → 9/16 FOMC → 9/25 轉貸 → 10 月標案 → ladder 重評估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🔥 大轉向：不是市場轉向，是您已把資金結構轉向防禦+緩衝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訊號明朗前不動，訊號一來子彈已就位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