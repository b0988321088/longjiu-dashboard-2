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31.62  ×  台股 46,551（09/04 收盤）  ×  10yr 4.78%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數據基準：09/04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46,551（+1.51%）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43,361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46,551（單日 +1.51%），asof 09/04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31.62 — 台幣偏強（較 7/29 高點 32.38 +2.3%）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美元資產以台幣計價估值波動 — 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4.78% / 30yr 5.25% — 5.25% 警戒區（5.20-5.30），未觸發凍結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31.62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64.0%（&gt;55%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31.62（台幣偏強 +2.3%）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9/6 核准：500 萬 MMF（國泰貨基）= 10 月標案預備金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不換匯、不買債 → 保留台幣流動性，當標案+升息雙重緩衝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2,918,760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214,400  (+26.3%)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491,900  (+24.9%)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252,160  (+26.2%)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77,250  (+7.9%)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126,200  (+15.2%)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508,350  (+24.7%)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55,000  (+48.0%)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236,400  (+12.3%)  統一台灣高息動能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12,732,362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標案預備金）：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5,925,574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國泰貨幣市場基金 5,002,941 元 = 500萬標案預備金（9/6 核准，不換匯不買債）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986,977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@4%+ → 9/10 PI 認列後質押 350 萬@2.77% 償還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（還安聯 300 萬 + 元大 50 萬），利息成本 4%+ →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2.5-2.6%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7.4%｜美股 44.1%（科技15.4）｜防守配息 4.4%｜債券 18.2%｜現金 22.4%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現況（9/6 核准框架）：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500 萬 MMF（國泰貨基）= 10 月標案預備金，不動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7.4%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22.4%：底線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5.25%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500 萬 MMF 緩衝 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9/10：PI 認列 → 質押 350 萬 @2.77% 還安聯 300 + 元大 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履約保證函優先，500 萬 MMF 作為營運預備金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【您】9/10 PI 認列後 → 質押 350 萬 @2.77%（國泰）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還安聯 300 萬 + 元大 50 萬 → 保單借貸成本 4%+ 降至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標案結果出爐（500 萬 MMF 預備金已就位）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31.62：台幣偏強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4pp+，9/10 質押 350 萬@2.77% 再降成本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46,551（09/04 收盤，單日 +1.51%）→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9/6 核准框架：500 萬 MMF 標案預備金（不換匯不買債）→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