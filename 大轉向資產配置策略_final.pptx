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31.82  ×  台股 45,511（09/15 收盤）  ×  10yr 5.00%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數據基準：09/15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45,511（-0.77%）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44,719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45,511（單日 -0.77%），asof 09/15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31.82 — 台幣偏強（較 7/29 高點 32.38 +1.7%）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5.00% / 30yr 5.38%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31.82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59%（&gt;55%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31.82（台幣偏強 +1.7%）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2,922,190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214,000  (+26.0%)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489,600  (+24.3%)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253,760  (+27.0%)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76,150  (+6.3%)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128,700  (+17.4%)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514,500  (+26.2%)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55,500  (+49.4%)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235,040  (+11.6%)  統一台灣高息動能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12,628,144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5,853,439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4,981,060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971,483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整池質押後 540 萬@2.77% 償還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（還安聯 300 萬；餘 240 萬標案押標金），利息成本 4.2% →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7.5%｜美股 40.6%（科技15.4）｜防守配息 17.4%｜債券 27.6%｜現金 3.4%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7.5%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3.4%：底線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5.38%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 緩衝 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1,200萬（富達600＋聯博100＋貝萊德B11 500）×4.5成 = 540萬@2.77%；尚未撥款（對保完成後約 2 週，預估 2026-09-25） → 用途：優先清償 500萬高息負債（保單質押 400萬@4.0% ＋ 券商質押 100萬@3.92%）— 月息 16,600 → 12,465，月省約 4,135（2026-09-12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履約保證函優先，500 萬 MMF 作為營運預備金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1,200萬×4.5成 = 540萬@2.77%質押（尚未撥款（對保完成後約 2 週，預估 2026-09-25））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還安聯 300 萬 → 保單借貸成本 4.2% 降至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標案結果出爐（500 萬 MMF 預備金已就位）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31.82：台幣偏強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4pp+，整池質押 540 萬@2.77% 再降成本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45,511（09/15 收盤，單日 -0.77%）→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9/11／9/12 定案框架：整池質押 540 萬@2.77%（1,200 萬×4.5 成）→ 清償 500 萬高息負債；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