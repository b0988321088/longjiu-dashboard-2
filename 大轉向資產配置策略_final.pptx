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31.62  ×  台股 46,551（9/2 -784 → 9/4 收復）  ×  10yr 4.78%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數據基準：2026-09-06 ｜ 台股 9/4 收盤 ｜ 匯率/殖利率 9/5-9/6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即時市場：9/2 重挫 784 點 → 9/4 已收復 46,551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一週內的震盪已收復 — 並非趨勢性崩跌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9/2 台股一度重挫 784 點（46,949→46,165），恐慌情緒蔓延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融資斷頭謠言未成真，9/3 續探 45,857 後止穩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9/4 強彈 +693 點收復 46,551 — 跌勢一週內完全收復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台股回到 8 月底水位，系統性風險未發生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31.62（台幣偏強）— 7/29 曾見 32.38，如今台幣升值 ~2.3%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美元資產以台幣計價估值回吐 — 但長期配置不因短期匯率調整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4.78% / 30yr 5.25%（警戒 5.20 上方、未達 5.30 凍結線）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31.62 — 台幣偏強，美元曝險的雙面刃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64.0%（&gt;55% 監控線）→ 台幣升值 = 估值回吐風險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美元基金合計曝險已超監控線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匯率 32.38 時是「保護傘」；如今 31.62 = 回吐風險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台幣若續強，美元資產以台幣計價縮水（未實現）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9/6 核准：500 萬 MMF（國泰貨基）= 10 月標案預備金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不換匯、不買債 → 保留台幣流動性，當標案+升息雙重緩衝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重評估匯率/美元曝險/利率是否見頂，再換匯建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結論：匯率方向已逆轉 → 不再加碼美元曝險，等 10 月重評估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2,918,760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214,400  (+26.3%)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491,900  (+24.9%)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252,160  (+26.2%)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77,250  (+7.9%)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126,200  (+15.2%)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508,350  (+24.7%)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55,000  (+48.0%)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236,400  (+12.3%)  統一台灣高息動能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12,732,362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標案預備金）：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富達全球動能B月配美元 5,925,574 元 — 月配息主力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國泰貨幣市場基金 5,002,941 元 = 500萬標案預備金（9/6 核准，不換匯不買債）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986,977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⚠️ 美元/日圓計價部位多 → 計入外幣曝險，續抱不加碼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@4%+ → 9/10 PI 認列後質押 350 萬@2.77% 償還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（還安聯 300 萬 + 元大 50 萬），利息成本 4%+ →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2.5-2.6%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7.4%｜美股 44.1%（科技15.4）｜防守配息 4.4%｜債券 18.2%｜現金 22.4%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現況（9/6 核准框架）：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MMF（國泰貨基）= 10 月標案預備金，不動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7.4%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22.4%：底線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口徑 = 台幣帳戶（不含外幣），月支出 ×3 安全水位達標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5.25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500 萬 MMF 緩衝 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月配息覆蓋生活費 ✅ 債券梯照收息 ✅ 美元曝險不再加碼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債務清洗監測啟動（DXY 月跌&gt;3% / 10Y breakeven&gt;3% 等觸發才動作）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9/10：PI 認列 → 質押 350 萬 @2.77% 還安聯 300 + 元大 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履約保證函優先，500 萬 MMF 作為營運預備金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【您】9/10 PI 認列後 → 質押 350 萬 @2.77%（國泰）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還安聯 300 萬 + 元大 50 萬 → 保單借貸成本 4%+ 降至 2.77%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500 萬 MMF 轉還債安全墊（不換匯不買債）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標案結果出爐（500 萬 MMF 預備金已就位）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31.62：台幣偏強 → 不再加碼美元曝險，等 10 月重評估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4pp+，9/10 質押 350 萬@2.77% 再降成本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46,551：9/2 -784 已一週收復 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9/6 核准框架：500 萬 MMF 標案預備金（不換匯不買債）→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