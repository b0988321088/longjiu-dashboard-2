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31.63  ×  台股 46,185（09/11 收盤）  ×  10yr 4.97%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數據基準：09/11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46,185（-1.61%）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46,185（單日 -1.61%），asof 09/11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31.63 — 台幣偏強（較 7/29 高點 32.38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4.97% / 30yr 5.35%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31.63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64%（&gt;55%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31.63（台幣偏強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9/6 核准：500 萬 MMF（國泰貨基）= 10 月標案預備金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不換匯、不買債 → 保留台幣流動性，當標案+升息雙重緩衝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2,948,510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219,300  (+29.1%)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500,100  (+27.0%)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257,920  (+29.1%)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76,500  (+6.8%)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127,300  (+16.1%)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511,050  (+25.4%)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55,750  (+50.1%)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237,840  (+13.0%)  統一台灣高息動能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12,618,497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標案預備金）：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5,807,018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國泰貨幣市場基金 0 元 = 500萬標案預備金（9/6 核准，不換匯不買債）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966,581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整池質押後 540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萬；餘 240 萬標案押標金），利息成本 4.2%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7.6%｜美股 57.2%（科技15.4）｜防守配息 4.4%｜債券 23.6%｜現金 3.7%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現況（9/6 核准框架）：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MMF（國泰貨基）= 10 月標案預備金，不動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7.6%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3.7%：底線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5.35%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 緩衝 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9/11：申購貝萊德B11 500萬（未質押）→ 過戶後整池質押 540 萬@2.77%（撥款 ~9/25）還安聯 300 + 餘240萬押標金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履約保證函優先，500 萬 MMF 作為營運預備金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【您】9/11 申購貝萊德B11 500萬（未質押）→ 過戶後整池質押 540 萬@2.77%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→ 保單借貸成本 4.2%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標案結果出爐（500 萬 MMF 預備金已就位）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31.63：台幣偏強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4pp+，整池質押 540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46,185（09/11 收盤，單日 -1.61%）→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9/6 核准框架：500 萬 MMF 標案預備金（不換匯不買債）→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