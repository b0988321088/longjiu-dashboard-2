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大轉向前的資產配置策略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32.38  ×  台股崩跌 2,000 點  ×  10yr 4.60%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即時更新：2026-07-29 凌晨 1:00 數據 ｜ 含證券持股對策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即時市場：台股崩 2,000 點 + 匯率 32.38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您睡著時發生的事 — 但您的資產反而增值了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台股今天崩跌 2,000+ 點（-4.65%），加權指數 41,603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 175%，無大規模斷頭風險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但市場恐慌情緒蔓延，融資斷頭謠言四起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從 29.78 升到 32.38（台幣貶值 8.7%）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您的美元資產（美股 540 萬 + 安聯 776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匯率增值：+700,000 萬 ✅ ＝ 剛好抵銷台股虧損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仍維持 4.60%，殖利率曲線正常化中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油價 $100+ 引發通膨擔憂，Fed 動向成關鍵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32.38 — 您的最大保護傘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1,316 萬美元曝險，台幣結構性弱勢 → 長期受惠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安聯保單約 1,316 萬美元曝險（81%）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台幣結構性弱勢（29→32），美元資產長期受惠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這是持有美元資產的結構性紅利，不需每天計算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美元資產是您的天然避險 — 台幣弱、美元補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不需要做任何動作，匯率保護已在運作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若台幣未來回升，美元資產估值會回吐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但保單不賣不算實現，長期持有不用擔心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結論：匯率趨勢對您有利，但不需因匯率調整投資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證券持股對策：哪些該動哪些不動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ETF 總市值 250 萬，今日跌 ~4.65% = -11.6 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不動（繼續持有）：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ETF     |  佔比  | 配息 | 建議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───────┼───────┼─────┼──────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|  8.1%  | 3.5% | ✅ 核心持有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| 18.6%  | 4.8% | ✅ 越跌越買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| 19.5%  | 6.2% | ✅ 高息護城河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00919   |  7.1%  | 7.0% | ✅ 配息保護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| 10.6%  |  -   | ✅ 成長型持有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|  4.9%  | 5.5% | ✅ 低波防禦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不動/觀察：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0056(2%) | 質押凍結中 | 等解凍再處理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00984A/009824 | 美股偏貴 | 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🌍 要不要買 VT？→ 不需要（安聯已全球分散）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補台股缺口：009816 / 0050 / 006208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加碼：00878/00919 +30萬 ｜ 0050/006208 +20萬 ｜ 00983D +70萬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基金持股對策（鉅亨 74 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分散配置，今日跌幅約 3-5%，不需恐慌調整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路博邁5G股票T（232,910）— AI/5G長期趨勢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路博邁5G股票T月配（88,939）— 月配息穩定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台新美日台半導體A（177,662）— 半導體核心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統一奔騰（86,243）— 台股科技基金，波動大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0050連結A/B（153,427）— 跟0050同步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台中銀台灣優息B（47,699）— 防守型配息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今日崩跌後，基金淨值會在下週反映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不需恐慌贖回，7月配息即將入帳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若續跌 10%+ 可考慮小額加碼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債務結構：利率優勢更加凸顯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~6-7%，您平均 ~3.2%，9月後降到 ~2.5%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 5% → 9月築巢清償（年省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房貸：600 萬 @ 2.185% + 716 萬 @ 2.6% = 平均 2.41%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比市場 6-7% 低 3.6pp，年省 538,117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理財型房貸 301 萬 @ 4.0%（戰備保留）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證券質押 100 萬 @ 3.9%（凍結中）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您的最大優勢：別人貸款利率 6-7%，您 2.185-2.6%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台股崩跌時您有子彈，別人忙著補維持率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配置診斷：崩跌後哪裡該動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台股更便宜了 + 匯率保護 + 現金充足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該動：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 7.2%（崩後更低）→ 應加碼 65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22.1% → 降到 160 萬（保留戰備）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 43.9%（匯率保護）、安聯、FL65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崩跌後的戰略：越跌越買，不是逃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今日台股跌 4.65% = 15.2%→可能只剩 ~14.5%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台股目標 35% = 還有 20pp 空間可加碼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311 萬現金 = 您可以買 12 次這種跌幅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崩跌後的判斷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A:升息(20%) | B:高原(50%) | C:降息(30%) — 崩跌提高了降息機率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情境A：升息（油價$100+引發，機率降低）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00983D短債抗跌 ✅ 160萬現金防守 ✅ 匯率32.38保護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情境B：高原（原本60%，崩跌後降為50%）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台股跌更多更便宜 → 更好的買點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 7.1% 照收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情境C：降息（機率從20%升到30%）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崩跌迫使 Fed 更可能轉向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台股受惠資金行情 ✅ 160萬子彈加碼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2.41% 不受影響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執行時間表：崩跌後的戰略調整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恐慌時更該冷靜執行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立即（本週）：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00878/00919 各 +15 萬（跌越多買越多）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+10 萬（大盤越低越買）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現在~8 月底：00983D 每週 10 張（~10 萬）到 100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 月轉貸：築巢清償 4M 保單（年省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Q4：現金 160 萬戰備，每月盈餘 8.2 萬投入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年化增加被動收入 15~18 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結論：崩跌不可怕，您已準備好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三層保護傘：匯率 + 低利房貸 + 充足現金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32.38：您的美元資產增值 +115 萬，剛好cover台股虧損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房貸 2.41%：比市場低 3.6pp，別人痛苦您投資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台股跌 4.65% → 本益比 ~14 倍，比 30 分鐘前更便宜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 311 萬現金：可以買 12 次這種跌幅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行動：00878/00919 +30 萬 → 0050/006208 +20 萬 → 00983D +70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311→160 萬 → 年化 +15~18 萬，22 個月安全期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大轉向來臨：升息有匯率保護、高原有配息收、降息有子彈加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