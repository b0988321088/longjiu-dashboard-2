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大轉向資產配置策略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USD/TWD 31.83  ×  台股 45,511（09/15 收盤）  ×  10yr 5.01%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數據基準：09/15 最新收盤（執行時自動抓取）｜ 龍九控股策略框架 9/6 核准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龍九控股 ｜ Chief Secretary + CIO 聯合分析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即時市場：台股 45,511（-0.77%）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台股位處近一月高檔區 — 無系統性風險 ｜ 近一月低點 44,719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📈 台股最新收盤 45,511（單日 -0.77%），asof 09/15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證交所維持率健康，無大規模斷頭風險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💵 USD/TWD 31.83 — 台幣偏強（較 7/29 高點 32.38 +1.7%）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美元資產以台幣計價估值波動 — 長期配置不因短期匯率調整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📡 10yr 5.01% / 30yr 5.38% — 已達 5.30 凍結線，新增質押全域凍結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觀望至 9/11 CPI + 9/16 FOMC，方向明朗前不加碼不恐慌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匯率 31.83 — 台幣偏強，美元曝險的雙面刃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美元曝險 59%（&gt;55% 監控線）→ 台幣升值 = 估值回吐風險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🔵 美股ETF + 安聯保單 + 美元基金合計曝險已超監控線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7/29 高點 32.38 → 如今 31.83（台幣偏強 +1.7%）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台幣若續強，美元資產以台幣計價縮水（未實現）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💡 框架更新（9/11／9/12 定案）：原「500 萬 MMF＝10 月標案預備金」⛔ 已作廢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MMF 已於 9/9 贖回、9/11 轉申購貝萊德 B11（質押擔保池）；10 月押標金 240 萬 來源延 9 月底評估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⚠️ 美債 5 階 ladder（2027-2031）延至 10 月標案結果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沒標到 → 重評估匯率/美元曝險/利率是否見頂，再換匯建 ladder 或還債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標到 → 履約保證函優先（年費 0.5-1.5%），不新增保單借貸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📊 結論：匯率方向已逆轉 → 不再加碼美元曝險，等 10 月重評估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證券持股對策：核心續抱，觀望期凍結新增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證券總市值 2,922,190 元（snapshot 9/4）— 台股 8/24 裁示暫緩、9/6 全面觀望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✅ 核心續抱（市值型+高息+低波）：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0050        214,000  (+26.0%)  元大台灣50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006208      489,600  (+24.3%)  富邦台50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009816      253,760  (+27.0%)  凱基台灣TOP50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00646        76,150  (+6.3%)  元大S&amp;P500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00713       128,700  (+17.4%)  元大台灣高息低波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00878       514,500  (+26.2%)  國泰永續高股息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0056         55,500  (+49.4%)  元大高股息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00981A      235,040  (+11.6%)  統一台灣高息動能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🔴 台股新增凍結：8/24 裁示全暫緩 → 9/6 觀望至 9/11 CPI / 9/16 FOMC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0050/006208 慢慢買計畫暫停；既有部位續抱不賣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美股科技 15.4% 已達標 → 不再建議降科技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💡 00983D 債券梯照收息（月配），其餘不動作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觀望期結束（9/16 後）依 CPI/FOMC 結果再評估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基金持股對策（國泰直購 + 鉅亨）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基金總市值 12,628,144 元（snapshot 9/4 報價日 9/3）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✅ 國泰直購（配息主力 + 質押擔保池）：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富達全球動能B月配美元 5,853,439 元 — 月配息主力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貝萊德B11 強化穩定月配息 4,981,060 元（原 MMF 500 萬贖回款轉申購；⛔ 原「500萬標案預備金」已作廢 9/11）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聯博全球多元收益AD美元月配 971,483 元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✅ 鉅亨：自由Pay（路博邁5G累積/統一奔騰/0050連結A）+ 一般申購 19 檔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⚠️ 美元/日圓計價部位多 → 計入外幣曝險，續抱不加碼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💡 基金結構不改：月配息覆蓋生活費，其餘交市場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任何基金轉換（如接力排程）→ 同步更新三下游報表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債務結構：低利優勢不變，質押降息進行中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市場利率 6-7% vs 您的加權 ~2.6% — 結構性優勢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🔴 保單借貸 400 萬 @4%+ → 整池質押後 540 萬@2.77% 償還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（還安聯 300 萬；餘 240 萬標案押標金），利息成本 4.2% → 2.77%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🟡 洲際W 1,312 萬（600+700）@2.5% 9/25 到期 → 不急，最差續約 2.5%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國泰備案主軸 ≤2.5%+3 年寬限+全額代償；築巢 2.185%（台電專屬）優先洽詢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🟡 大義街 1,200 萬 @2.6%（國泰 8/20 已撥款）→ 3 年寬限期，月付 26,000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🟢 理財型房貸已全數清償（8/11）✅ ｜ 證券質押 100 萬凍結中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🏠 優勢：別人貸款 6-7%，您 2.5-2.6% → 升息環境反而擴大利差優勢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質押上限紀律：US30Y ≥ 5.30 全域凍結新增質押（目前 5.25 未觸發）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配置診斷：觀望期不動，等 CPI/FOMC + 10 月標案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穿透：台股 7.5%｜美股 40.6%（科技15.4）｜防守配息 17.4%｜債券 27.6%｜現金 3.4%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🔴 現況（9/11／9/12 定案）：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貝萊德 B11 500 萬（原 MMF 贖回款）＝質押擔保池成員，不可動用；10 月押標金來源延 9 月底評估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台股穿透 7.5% → 偏低，但觀望期凍結新增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✅ 不動：美股（匯率回吐風險但長線持有）、安聯、FL65、債券梯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💡 觀望至 9/11 CPI / 9/16 FOMC：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升息確定 → ⛔ 原「500 萬 MMF 轉還債安全墊」已作廢（MMF 已轉 B11）→ 改由整池質押 540 萬（~9/25 撥款）清償高息負債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降息/持平 → 10 月標案結果後再評估 ladder 進場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📊 現金/安全網穿透 3.4%：底線 70 萬已守住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口徑 = 台幣帳戶（不含外幣），月支出 ×3 安全水位達標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三種情境 × 觀望期的準備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A:升息 ｜ B:高原 ｜ C:降息 — 9/11 CPI 與 9/16 FOMC 決定方向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🔴 情境A：升息（30yr 5.38% 警戒區，CPI 9/11 關鍵）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質押擔保池 B11 500 萬（原 MMF）✅ 00983D 短債抗跌 ✅ 質押新增凍結（≥5.30 線）✅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🟡 情境B：高原（利率不動，最可能）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月配息覆蓋生活費 ✅ 債券梯照收息 ✅ 美元曝險不再加碼 ✅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🟢 情境C：降息（若 CPI 走軟 + FOMC 轉鴿）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10 月標案結果後重評估 ladder ✅ 台股解凍分批買 ✅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🏠 三情境都安全：房貸 ~2.6% 固定低利，升息環境利差反而擴大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債務清洗監測啟動（DXY 月跌&gt;3% / 10Y breakeven&gt;3% 等觸發才動作）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執行時間表：9-10 月關鍵節點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核准框架一次到位，等待 CPI / FOMC / 標案三訊號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📅 質押：🔍 質押：擔保池 1,200萬（富達600＋聯博100＋貝萊德B11 500）×4.5成 = 540萬@2.77%；尚未撥款（對保完成後約 2 週，預估 2026-09-25） → 用途：優先清償 500萬高息負債（保單質押 400萬@4.0% ＋ 券商質押 100萬@3.92%）— 月息 16,600 → 12,465，月省約 4,135（2026-09-12 裁示；10月標案押標金不預留，9月底評估）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📅 9/11：CPI 公布 → 9/16 FOMC → 決定觀望期結束後方向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升息確定 → ⛔ 原「500 萬 MMF 轉還債安全墊（不換匯不買債）」已作廢；現行＝整池質押 540 萬@2.77% 清償 500 萬高息負債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📅 9/25：洲際W 1,312 萬到期 → 轉貸定案（築巢 2.185% 優先 / 國泰備案 ≤2.5%）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📅 10 月：環保標案結果 →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沒標到 → 重評估匯率/曝險/ladder 時機（或直接還債）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標到 → 履約保證函優先；⛔ 原「500 萬 MMF 作為營運預備金」已作廢（押標金來源延 9 月底評估）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📅 常態：月配息覆蓋生活費，盈餘依序償債（4%+ 優先）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✅ 明確行動指示：接下來做這 5 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核准框架 → 到期前完成 ｜ 您本人 2 件｜龍九自動盯 2 件｜建明 1 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1️⃣ 【您】整池 1,200萬×4.5成 = 540萬@2.77%質押（尚未撥款（對保完成後約 2 週，預估 2026-09-25））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還安聯 300 萬 → 保單借貸成本 4.2% 降至 2.77%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2️⃣ 【您】9/25 前 → 洲際W 1,312 萬轉貸定案（9/25 到期）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築巢 2.185% 優先洽詢（台電專屬）｜國泰備案 ≤2.5%+3年寬限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最差續約 2.5% — 到期前不用急，但不放著不管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3️⃣ 【龍九盯】9/11 CPI + 9/16 FOMC → 觀望結束判定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升息確定 → ⛔ 原「500 萬 MMF 轉還債安全墊」已作廢（MMF 已轉 B11）；現行＝整池質押 540 萬@2.77% 清償 500 萬高息負債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降息/持平 → 10 月標案結果後再評估 ladder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4️⃣ 【龍九盯】持續 → 雷達 pending：凍結台股/輪動至 9/11 前不加碼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月配息覆蓋生活費自動入帳，盈餘依序償債（4%+ 優先）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5️⃣ 【建明】10 月 → 標案結果出爐（⚠️ 押標金 240 萬來源延 9 月底評估；原記「500 萬 MMF 預備金已就位」⛔ 已作廢）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 沒標到 → 重評估 ladder 或直接還債｜標到 → 履約保證函優先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🚫 明確不做：不換匯買債｜台股不加碼｜不新增質押（US30Y ≥5.30 凍結線）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結論：觀望不是靜止 — 三個訊號前都已就位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8FA0"/>
                </a:solidFill>
              </a:defRPr>
            </a:pPr>
            <a:r>
              <a:t>低利債務 + 現金緩衝 + 配息覆蓋 → 等訊號再出手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💰 匯率 31.83：台幣偏強 → 不再加碼美元曝險，等 10 月重評估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🏠 債務 ~2.6%：比市場低 4pp+，整池質押 540 萬@2.77% 再降成本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📈 台股 45,511（09/15 收盤，單日 -0.77%）→ 無系統風險，不恐慌不追高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🎯 9/11／9/12 定案框架：整池質押 540 萬@2.77%（1,200 萬×4.5 成）→ 清償 500 萬高息負債；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9/11 CPI → 9/16 FOMC → 9/25 轉貸 → 10 月標案 → ladder 重評估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🔥 大轉向：不是市場轉向，是您已把資金結構轉向防禦+緩衝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</a:defRPr>
            </a:pPr>
            <a:r>
              <a:t>     訊號明朗前不動，訊號一來子彈已就位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