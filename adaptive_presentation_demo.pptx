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龍九控股自適應簡報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2026年7月29日</a:t>
            </a:r>
          </a:p>
          <a:p>
            <a:r>
              <a:t>自適應內容引擎演示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市場概況與核心觀察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美國10年期公債殖利率：目前為4.602%，接近52週高點4.71%，遠高於2020年低點0.32%，顯示債券市場發生結構性反轉。資金成本顯著上升。</a:t>
            </a:r>
          </a:p>
          <a:p>
            <a:pPr>
              <a:defRPr sz="1800"/>
            </a:pPr>
            <a:r>
              <a:t>股市表現：道瓊工業指數上漲0.59%至52,517點，主要由防禦性板塊（如工業、金融、公用事業）領漲。標準普爾500指數微跌0.14%至7,403點，納斯達克指數下跌0.68%至24,763點，顯示科技股近期表現疲軟，市場資金正從高成長科技股輪動至價值型和防禦性板塊。</a:t>
            </a:r>
          </a:p>
          <a:p>
            <a:pPr>
              <a:defRPr sz="1800"/>
            </a:pPr>
            <a:r>
              <a:t>外匯市場：美元兌新台幣匯率為29.78，台幣呈現偏弱走勢，可能受到美國升息預期及資金外流壓力影響。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本週重點摘要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全球經濟成長放緩預期，投資者轉向避險資產。</a:t>
            </a:r>
          </a:p>
          <a:p>
            <a:pPr>
              <a:defRPr sz="2000"/>
            </a:pPr>
            <a:r>
              <a:t>主要央行貨幣政策分歧，影響匯率波動。</a:t>
            </a:r>
          </a:p>
          <a:p>
            <a:pPr>
              <a:defRPr sz="2000"/>
            </a:pPr>
            <a:r>
              <a:t>新興市場面臨資本外流壓力，需謹慎評估投資風險。</a:t>
            </a:r>
          </a:p>
          <a:p>
            <a:pPr>
              <a:defRPr sz="2000"/>
            </a:pPr>
            <a:r>
              <a:t>能源價格持續高位運行，通脹壓力依然存在。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關鍵市場數據一覽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499616" cy="2743200"/>
          </a:xfrm>
          <a:prstGeom prst="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316736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 10yr Treasury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4.602%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52週高:4.71%, 低:3.93%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9696" y="1828800"/>
            <a:ext cx="1499616" cy="2743200"/>
          </a:xfrm>
          <a:prstGeom prst="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31136" y="1920240"/>
            <a:ext cx="1316736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道瓊指數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52,517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+0.59% (防禦股領漲)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22192" y="1828800"/>
            <a:ext cx="1499616" cy="2743200"/>
          </a:xfrm>
          <a:prstGeom prst="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920240"/>
            <a:ext cx="1316736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S&amp;P 500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7,403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-0.14% (盤整)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828800"/>
            <a:ext cx="1499616" cy="2743200"/>
          </a:xfrm>
          <a:prstGeom prst="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920240"/>
            <a:ext cx="1316736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Nasdaq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24,763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-0.68% (科技弱)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87184" y="1828800"/>
            <a:ext cx="1499616" cy="2743200"/>
          </a:xfrm>
          <a:prstGeom prst="rect">
            <a:avLst/>
          </a:prstGeom>
          <a:solidFill>
            <a:srgbClr val="007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8624" y="1920240"/>
            <a:ext cx="1316736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USD/TWD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29.78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台幣偏弱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市場輪動趨勢明確，防禦性資產配置重要性提升。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