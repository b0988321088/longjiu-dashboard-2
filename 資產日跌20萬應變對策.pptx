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月收入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轉貸前</c:v>
                </c:pt>
                <c:pt idx="1">
                  <c:v>轉貸後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206.9</c:v>
                </c:pt>
                <c:pt idx="1">
                  <c:v>247.6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月支出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轉貸前</c:v>
                </c:pt>
                <c:pt idx="1">
                  <c:v>轉貸後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211.0</c:v>
                </c:pt>
                <c:pt idx="1">
                  <c:v>145.3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FA0"/>
                </a:solidFill>
              </a:defRPr>
            </a:pPr>
            <a:r>
              <a:t>龍九控股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資產日跌 20 萬應變對策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3657600" cy="36576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8FA0"/>
                </a:solidFill>
              </a:defRPr>
            </a:pPr>
            <a:r>
              <a:t>2026-07-28 台美股重挫 | 證券 -98K + 基金 -44K = 單日 -142K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2026 年 7 月 26 日 ｜ 評估期間：2026 Q3–Q4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應變目錄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01 · 核心問題：每月現金流缺口 -4,099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02 · 資產負債結構：再跌 5% 41.8%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03 · 轉貸方案：築巢優利貸 2.185% 為最優解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04 · 三階段部署：清償 → 安全網 → 擴張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05 · 觀察期：清償 4M 高利負債，月省 16K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74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06 · 決策期：保留 3M 額度，建立緩衝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07 · 執行期：低利套利，目標報酬 &gt;6%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06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08 · ETF 建倉策略：00983D/00919/00878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572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09 · 保單第三站：PIMCO+AI+A10 月配 17.5K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937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10 · 執行時間表：7 月至 12 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303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11 · 預期成效：保單 972 萬不動 +102,259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69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12 · 風險分析與緩解措施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035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13 · 結論：不恐慌按紀律執行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2026-07-28 單日資產蒸發 14.2 萬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台股 ETF 全面重挫 3-5%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證券跌幅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A01C"/>
                </a:solidFill>
              </a:defRPr>
            </a:pPr>
            <a:r>
              <a:t>-3.77%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單日 -98,040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64592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基金跌幅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-5.58%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651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單日 -43,738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64592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合計損失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-141,778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2651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約當 1.4 個月配息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29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台股配置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4903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分 4 批 00878+00919+0050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9767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目標 35% | 缺口 25.6pp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329184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429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美股配置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74903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~34%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9767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目標 30% | 超標 4pp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329184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19" y="3429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現金水位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19" y="374903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</a:defRPr>
            </a:pPr>
            <a:r>
              <a:t>311 萬 | 22 個月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429767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戰備充足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29200"/>
            <a:ext cx="10515600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212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7A01C"/>
                </a:solidFill>
              </a:defRPr>
            </a:pPr>
            <a:r>
              <a:t>💡 轉貸資金成本僅 2.185%，而台股配置利率 建議減碼。每清償 100 萬台股配置，年省利息 ~50,000。</a:t>
            </a:r>
          </a:p>
          <a:p>
            <a:pPr>
              <a:spcAft>
                <a:spcPts val="400"/>
              </a:spcAft>
              <a:defRPr sz="1400">
                <a:solidFill>
                  <a:srgbClr val="F7A01C"/>
                </a:solidFill>
              </a:defRPr>
            </a:pPr>
            <a:r>
              <a:t>   清償 400 萬台股配置 = 年省 192,000 利息 = 每月多 16,000 現金流。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三種應變策略比較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不動 vs 減碼美股 vs 加碼台股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200400" cy="16459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方案 A：不動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維持現狀 3-5 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利率 ~2.5% ｜ 三筆分散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645920"/>
            <a:ext cx="3200400" cy="16459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方案 B：減碼美股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A01C"/>
                </a:solidFill>
              </a:defRPr>
            </a:pPr>
            <a:r>
              <a:t>賣超標部位 ~80 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利率 2.6% ｜ 次佳選擇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645920"/>
            <a:ext cx="3200400" cy="16459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方案 C：加碼台股 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</a:defRPr>
            </a:pPr>
            <a:r>
              <a:t>逢低布局 ~80 萬分 4 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利率 2.185% ｜ 公務員專案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10515600" cy="24688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A01C"/>
                </a:solidFill>
              </a:defRPr>
            </a:pPr>
            <a:r>
              <a:t>為什麼推薦築巢優利貸？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✅ 台股嚴重不足 25.6pp，低點布局符合長期策略</a:t>
            </a:r>
          </a:p>
          <a:p>
            <a:pPr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✅ 311 萬現金彈藥充足，今日跌 3.77% 為近月最大跌幅</a:t>
            </a:r>
          </a:p>
          <a:p>
            <a:pPr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✅ ✅ 不恐慌殺出：安聯多資產基金有債券緩衝,658 現金流</a:t>
            </a:r>
          </a:p>
          <a:p>
            <a:pPr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✅ 轉貸資金同時清償 4M 高利台股配置，月再省 16,000</a:t>
            </a:r>
          </a:p>
          <a:p>
            <a:pPr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⚠️ 9/25 現有房貸到期，需在此之前完成轉貸程序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三階段應變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觀察 → 決策 → 執行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474720" cy="45720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觀察期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</a:defRPr>
            </a:pPr>
            <a:r>
              <a:t>1-3 天不停損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分 4 批 00878+00919+0050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</a:defRPr>
            </a:pPr>
            <a:r>
              <a:t>若美股反彈 → 方案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安聯A 2M</a:t>
            </a:r>
          </a:p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安聯B 1M</a:t>
            </a:r>
          </a:p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第一金 1M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3474720" cy="45720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645920"/>
            <a:ext cx="347472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決策期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B9BF7"/>
                </a:solidFill>
              </a:defRPr>
            </a:pPr>
            <a:r>
              <a:t>第 3-5 天確認方向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跌 5% 小額加碼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F7"/>
                </a:solidFill>
              </a:defRPr>
            </a:pPr>
            <a:r>
              <a:t>跌 10% 啟動方案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0233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台股 ~151 萬 | 9.4% 3M</a:t>
            </a:r>
          </a:p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星展備用金 100K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45920"/>
            <a:ext cx="3474720" cy="45720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645920"/>
            <a:ext cx="347472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執行期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A01C"/>
                </a:solidFill>
              </a:defRPr>
            </a:pPr>
            <a:r>
              <a:t>第 5 天後分批投入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80 萬分 4 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7A01C"/>
                </a:solidFill>
              </a:defRPr>
            </a:pPr>
            <a:r>
              <a:t>每批 20 萬/週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0233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ETF 分批建倉</a:t>
            </a:r>
          </a:p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保單第三站 400 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減碼方案：美股偏高降 5pp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若續跌減碼 00646/009823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F0"/>
                </a:solidFill>
              </a:defRPr>
            </a:pPr>
            <a:r>
              <a:t>安聯A 台股配置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佔 34% 超標 4pp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建議減碼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~80 萬降 5pp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F0"/>
                </a:solidFill>
              </a:defRPr>
            </a:pPr>
            <a:r>
              <a:t>安聯B 台股配置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等更低點進場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建議減碼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安聯多資產不動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0624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F0"/>
                </a:solidFill>
              </a:defRPr>
            </a:pPr>
            <a:r>
              <a:t>第一金 FL65 台股配置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2976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等更低點進場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297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建議減碼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297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安聯多資產不動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66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</a:defRPr>
            </a:pPr>
            <a:r>
              <a:t>⚠️ 安聯收益成長有多資產緩衝不須減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加碼方案：台股補 5pp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台股嚴重不足 25.6pp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F0"/>
                </a:solidFill>
              </a:defRPr>
            </a:pPr>
            <a:r>
              <a:t>台股 ~151 萬 | 9.4%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目標 35% | 缺口 25.6pp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建議加碼 ~80 萬補 5pp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9BF7"/>
                </a:solidFill>
              </a:defRPr>
            </a:pPr>
            <a:r>
              <a:t>黑天鵝緩衝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F0"/>
                </a:solidFill>
              </a:defRPr>
            </a:pPr>
            <a:r>
              <a:t>分 4 批進場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00878/00919 優先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目前 17K→100K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9BF7"/>
                </a:solidFill>
              </a:defRPr>
            </a:pPr>
            <a:r>
              <a:t>6個月生活費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166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</a:defRPr>
            </a:pPr>
            <a:r>
              <a:t>✅ 0050/006208 次之等更低點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推薦方案：三軌並行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資金成本 2.185%  vs  目標資產報酬率 6-8%  →  利差 ~4%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54864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軌道 A：防禦 50 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00983D 抗跌 + 月配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+3,000/月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+7,200/月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10972800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54864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軌道 B：加碼 80 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分 4 批 00878+00919+0050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目標 +6,000/月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軌道 C：備援 160 萬現金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54880"/>
            <a:ext cx="10972800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754880"/>
            <a:ext cx="54864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9BF7"/>
                </a:solidFill>
              </a:defRPr>
            </a:pPr>
            <a:r>
              <a:t>保留彈性等更佳買點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戰備金不動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49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凱基台灣 TOP 50 不配息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9BF7"/>
                </a:solidFill>
              </a:defRPr>
            </a:pPr>
            <a:r>
              <a:t>長期資本利得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明日開盤行動清單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不 panic 按清單執行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190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</a:defRPr>
            </a:pPr>
            <a:r>
              <a:t>今晚美股觀察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19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S&amp;P 若續跌 &gt;1% 啟動 B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04288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A8FA0"/>
                </a:solidFill>
              </a:defRPr>
            </a:pPr>
            <a:r>
              <a:t>明日台股開盤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77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跌 &gt;2% 方案 C 第一批 20 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62656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358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C5C"/>
                </a:solidFill>
              </a:defRPr>
            </a:pPr>
            <a:r>
              <a:t>本週監控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0358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永豐房貸到期 · 國泰撥款 · 清償 4M 台股配置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21024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9417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9BF7"/>
                </a:solidFill>
              </a:defRPr>
            </a:pPr>
            <a:r>
              <a:t>9 月轉貸完成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69417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決策期：安全網 + 辦理築巢優利貸 2.185%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79392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525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A01C"/>
                </a:solidFill>
              </a:defRPr>
            </a:pPr>
            <a:r>
              <a:t>10 月築巢生效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35254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執行期：ETF/保單第三站佈局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37759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109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A8FA0"/>
                </a:solidFill>
              </a:defRPr>
            </a:pPr>
            <a:r>
              <a:t>Q4 · 12月底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0109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全年檢視成效 · CIO 審查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壓力測試：再跌 5/10/20%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系統能承受多大衝擊？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645920"/>
          <a:ext cx="5943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0" y="1828800"/>
            <a:ext cx="45720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9019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再跌 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</a:defRPr>
            </a:pPr>
            <a:r>
              <a:t>證券 -12.5 萬 | 安全 ✅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2606040"/>
            <a:ext cx="45720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679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再跌 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</a:defRPr>
            </a:pPr>
            <a:r>
              <a:t>證券 -25 萬 | 可小額加碼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3383280"/>
            <a:ext cx="45720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3456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再跌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</a:defRPr>
            </a:pPr>
            <a:r>
              <a:t>證券 -50 萬 | ⚠️ 啟動 B+C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4160520"/>
            <a:ext cx="45720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4233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月配息 118K 不變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2519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</a:defRPr>
            </a:pPr>
            <a:r>
              <a:t>現金 311 萬撐 22 個月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4937760"/>
            <a:ext cx="45720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50109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保單 972 萬不動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7A01C"/>
                </a:solidFill>
              </a:defRPr>
            </a:pPr>
            <a:r>
              <a:t>總資產仍 &gt; 1,500 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所有風險皆有對策無須恐慌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長線策略不因單日波動改變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C5C"/>
                </a:solidFill>
              </a:defRPr>
            </a:pPr>
            <a:r>
              <a:t>美股續跌風險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關稅衝擊科技股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安聯多資產有債券緩衝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台股跟跌風險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分批加碼 + 配息保護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台股目標 35% 仍有空間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現金縮水風險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311 萬現金 22 個月防空期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再跌 5% 41.8%，安全邊際充足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805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保單配息風險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4805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安聯 A+B + 第一金多資產分散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4805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配息核心穩定不受短線影響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949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最壞情境：證券腰斬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394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總資產仍 &gt;1,500 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394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被動月收仍 &gt; 支出 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結論：不恐慌按紀律執行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🛡️  不恐慌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508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消滅 4M 台股配置（5%），年省 192K 利息，無風險套利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9BF7"/>
                </a:solidFill>
              </a:defRPr>
            </a:pPr>
            <a:r>
              <a:t>📈  按紀律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423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三軌並行：防禦 50 + 加碼 80 + 備援 160 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A01C"/>
                </a:solidFill>
              </a:defRPr>
            </a:pPr>
            <a:r>
              <a:t>💰  系統保護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337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311 萬現金 + 月配 118K = 22 個月安全期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🎯  長期致勝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251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保單 972 萬不動從 -4,099 提升至 +102,259，財務自由加速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