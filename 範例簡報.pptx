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龍九控股轉貸投資評估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低利2.185%活化資產 × 提升被動現金流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01 · 現狀：資產負債結構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762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02 · 方案：築巢優利貸為最優解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237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03 · 三階段資金部署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712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04 · 預期成效與風險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18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05 · 結論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資產結構總覽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不動產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9BF7"/>
                </a:solidFill>
              </a:defRPr>
            </a:pPr>
            <a:r>
              <a:t>3,332 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65.7%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保單現值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972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19.2%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證券+基金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324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現金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311 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佔比 6.1%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負債結構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房貸 1,316 萬 ~2.5%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理財型 301 萬 ~3.5%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保單借貸 400 萬 ~5%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證券質押 100 萬 ~3%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總負債 2,117 萬 比 41.8%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每月收支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月收入 206,859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月支出 210,958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月缺口 -4,099 ⚠️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風險分析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利率上升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固定利率 2.185%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不受升息影響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核貸失敗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國泰已面簽 ✅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已通過審核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A01C"/>
                </a:solidFill>
              </a:defRPr>
            </a:pPr>
            <a:r>
              <a:t>房價下跌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負債比 41.8%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安全邊際充足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A01C"/>
                </a:solidFill>
              </a:defRPr>
            </a:pPr>
            <a:r>
              <a:t>投資虧損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分批買入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配息保護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解約損失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無提前還款違約金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