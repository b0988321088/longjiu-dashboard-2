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資產日跌20萬對策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2026-07-28 台美股重挫 證券-98K 基金-44K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2026-07-28 ｜ Chief Secretary 緊急應變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應變對策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核心問題：每月現金流缺口 -4,099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穿透：台股9.4%遠低目標35%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三種策略：不動/減碼美股/加碼台股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三階段：觀察→決策→執行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減碼：美股34%降5pp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加碼：台股9.4%補5pp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防禦：現金311萬+00983D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三軌並行：防禦50+加碼80+備援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明日開盤行動：跌&gt;2%進20萬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壓力測試：再跌5/10/20%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11 · 風險矩陣：5項風險全可控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12 · 結論：不恐慌按紀律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13 · 總結：系統因應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每月現金流缺口 -4,099，保單利息吃掉 16,000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保單借貸利率 ~5% 為最高成本負債，每月利息相當於一筆房貸月付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206,859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薪資+房租+配息+股息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月總支出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210,958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房貸+利息+信用卡+生活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-4,099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需仰賴配息填補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保單借貸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4,000,000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~5% 最高成本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月保單利息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-16,000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吃掉配息 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若清償後月省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+16,000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配息實收 73K→89K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05156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💡 轉貸資金成本僅 2.185%，而保單借貸利率 ~5%。每清償 100 萬保單借貸，年省利息 ~50,000。</a:t>
            </a:r>
          </a:p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   清償 400 萬保單借貸 = 年省 192,000 利息 = 每月多 16,000 現金流。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築巢優利貸 2.185% 為最優解，月省 49,658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三方案比較：現狀 vs 國泰轉貸 vs 築巢優利貸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現狀：永豐房貸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99,458/月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~2.5% ｜ 三筆分散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B：國泰轉貸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52,500/月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2.6% ｜ 次佳選擇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A：築巢優利貸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49,800/月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2.185% ｜ 公務員專案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4688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為什麼推薦築巢優利貸？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公務員身份符合，資格審查無虞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2.185% 為市場最低房貸利率區間，鎖定固定利率不受升息影響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月付從 99,458 降至 49,800，月釋放 49,658 現金流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轉貸資金同時清償 4M 高利保單借貸，月再省 16,000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⚠️ 9/25 現有房貸到期，需在此之前完成轉貸程序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三階段資金部署：清償→安全網→低利擴張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總資金 ~7M，目標月現金流改善 +106,358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第一階段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清償高利負債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+16,000/月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安聯A 2M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安聯B 1M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第一金 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第二階段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BF7"/>
                </a:solidFill>
              </a:defRPr>
            </a:pPr>
            <a:r>
              <a:t>建立安全網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3,100,000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備援無虞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保留理財型額度 3M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星展備用金 100K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第三階段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A01C"/>
                </a:solidFill>
              </a:defRPr>
            </a:pPr>
            <a:r>
              <a:t>低利擴張投資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~3,000,000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+7,200↑/月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ETF 分批建倉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保單第三站 400 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清償 4M 高利負債，月省 16,000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保單配息實收從 73,000 提升至 89,000，年化節省 192,000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安聯A 保單借貸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~8,000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安聯B 保單借貸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第一金 FL65 保單借貸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清償後保單配息全額實領，無提前清償違約金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保留 3M 額度 + 補足備用金 100K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不動用不計息，保留財務韌性以因應黑天鵝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保留理財型額度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3,000,000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備而不用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黑天鵝緩衝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星展活存補足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目前 17K→100K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6個月生活費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理財型房貸特色：隨借隨還，按日計息，最適合緊急備援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低利套利 2.185%，目標報酬率 &gt;6%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資金成本 2.185%  vs  目標資產報酬率 6-8%  →  利差 ~4%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台股 ETF 核心建倉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~1,200,000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逐月買入 00983D/00919/00878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+7,200/月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保單第三站配置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PIMCO 收益增長 + AI + A10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+17,500/月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009816 成長型累積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~400,000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凱基台灣 TOP 50 不配息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長期資本利得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7 月至 12 月執行路徑，9 月為關鍵轉折點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Q3 準備 → Q4 執行 → 年底檢視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Q3 · 7月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國泰轉貸面簽/對保完成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Q3 · 8月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確認轉貸細節 · 逐月買入 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62656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Q3 · 9/25 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5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永豐房貸到期 · 國泰撥款 · 清償 4M 保單借貸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Q4 · 10/1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94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第二階段：安全網 + 辦理築巢優利貸 2.185%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79392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Q4 · 10-12月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52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第三階段：ETF/保單第三站佈局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59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Q4 · 12月底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10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全年檢視成效 · CIO 審查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轉貸後月淨現金流從 -4,099 提升至 +102,259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負債率從 41.8% 降至 ~35%，月現金流改善 +106,358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182880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負債率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41.8% → ~35%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0604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房貸月付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99,458 → 49,800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38328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保單利息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16,000 →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16052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月配息實收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73,000 → 106,500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93776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A01C"/>
                </a:solidFill>
              </a:defRPr>
            </a:pPr>
            <a:r>
              <a:t>-4,099 → +102,259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利率、審核、市場風險皆可控，執行風險低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每項風險都有對應緩解措施，最壞情境不影響核心財務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利率上升風險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築巢優利貸若隨央行升息調整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固定利率已鎖 2.185%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轉貸審核未過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無法取得低利資金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國泰已面簽/對保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房價下跌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LTV 不足須補擔保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負債率 41.8%，安全邊際充足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ETF 價格下跌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投入本金虧損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分批買入 + 配息保護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基金淨值影響配息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分散標的 + 核心衛星配置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結論：每月從 -4,099 到 +102,259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🎯  清償高利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消滅 4M 保單借貸（5%），年省 192K 利息，無風險套利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🛡️  保留韌性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3M 理財型額度 + 100K 備用金，財務緩衝充足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📈  低利套利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2.185% 資金投入 &gt;6% 資產，賺取 ~4% 利差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💡  現金流翻轉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月淨現金流從 -4,099 提升至 +102,259，財務自由加速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