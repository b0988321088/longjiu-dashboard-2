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AAAAAA"/>
                </a:solidFill>
                <a:latin typeface="Noto Sans TC"/>
              </a:defRPr>
            </a:pPr>
            <a:r>
              <a:t>龍九控股 ｜ 資產穩健增長策略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Noto Sans TC"/>
              </a:defRPr>
            </a:pPr>
            <a:r>
              <a:t>5 個具體方法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4FFDA"/>
                </a:solidFill>
                <a:latin typeface="Noto Sans TC"/>
              </a:defRPr>
            </a:pPr>
            <a:r>
              <a:t>從理論到實操的完整指南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Noto Sans TC"/>
              </a:defRPr>
            </a:pPr>
            <a:r>
              <a:t>2026-07-18 ｜ Hermès  researching for 執行長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前提：你的現況錨點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在建議任何方法之前，先確認龍九的約束條件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515600" cy="384048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FFDA"/>
                </a:solidFill>
                <a:latin typeface="Noto Sans TC"/>
              </a:defRPr>
            </a:pPr>
            <a:r>
              <a:t>📌 當前資產與約束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149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Noto Sans TC"/>
              </a:defRPr>
            </a:pPr>
            <a:r>
              <a:t>• 總資產 ~5,070 萬 TWD ｜ 淨資產 ~2,869 萬 TWD</a:t>
            </a:r>
            <a:br/>
            <a:r>
              <a:t>• 被動收入 ~160K/月（房租 80K + 配息 80K）已覆蓋支出 150K/月</a:t>
            </a:r>
            <a:br/>
            <a:r>
              <a:t>• 半導體曝險 &gt;70%（0050/006208 中台積電佔比過高）</a:t>
            </a:r>
            <a:br/>
            <a:r>
              <a:t>• 0050 除息 2026/07/21（配息縮水 40% 至 0.6 元）</a:t>
            </a:r>
            <a:br/>
            <a:r>
              <a:t>• 轉增貸 2.6% 過渡中，國泰轉貸 7/17 面簽後等核貸</a:t>
            </a:r>
            <a:br/>
            <a:r>
              <a:t>• 台電公務員身分 = 公教優惠利率 2.1%、築巢優利貸 2.185%</a:t>
            </a:r>
            <a:br/>
            <a:r>
              <a:t>• 退休目標：50 歲離職創業，被動收入需維持 150K+/月</a:t>
            </a:r>
            <a:br/>
            <a:r>
              <a:t>• 安全偏好：不追求高風險成長，追求現金流穩定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  <a:latin typeface="Noto Sans TC"/>
              </a:defRPr>
            </a:pPr>
            <a:r>
              <a:t>结论：方法必須符合「cash-flow-first」定位，不能是 growth-first 的投機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方法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高股息 ETF 衛星組合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  <a:latin typeface="Noto Sans TC"/>
              </a:defRPr>
            </a:pPr>
            <a:r>
              <a:t>🎯 做什麼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在 0050/006208 之外，建立第二層高股息衛星組合：</a:t>
            </a:r>
            <a:br/>
            <a:r>
              <a:t>• 00981A（元大高股息）00984A（元大台灣高股息）</a:t>
            </a:r>
            <a:br/>
            <a:r>
              <a:t>• 00878（國泰永續高股息）009816（台股高股息）</a:t>
            </a:r>
            <a:br/>
            <a:r>
              <a:t>• 目標：提高月配息現金流的穩定性與多樣性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4FF"/>
                </a:solidFill>
                <a:latin typeface="Noto Sans TC"/>
              </a:defRPr>
            </a:pPr>
            <a:r>
              <a:t>🔧 怎麼做（實操步驟）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Step 1｜確認 0050 除息後配息真值（2026/07/21 除息日）</a:t>
            </a:r>
            <a:br/>
            <a:r>
              <a:t>Step 2｜若確認縮水 40%，啟動 T+4 預警：除息前 4 天開始減碼</a:t>
            </a:r>
            <a:br/>
            <a:r>
              <a:t>Step 3｜於 00878/009816 建立定期定額（建議每月 30K-50K）</a:t>
            </a:r>
            <a:br/>
            <a:r>
              <a:t>Step 4｜追蹤 YIELD：00981A ~6%、00878 ~5.5%、009816 ~7%</a:t>
            </a:r>
            <a:br/>
            <a:r>
              <a:t>Step 5｜設定自動通知：除息日 + 配息入帳日 + 金額異常警報</a:t>
            </a:r>
            <a:br/>
            <a:r>
              <a:t>Step 6｜ops_logs 記錄每次轉換的數量、成本、成效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參考：Cheers 被動收入 10 種方法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https://www.cheers.com.tw/article/article.action?id=5097560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方法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多元資產平衡基金（降低波動）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  <a:latin typeface="Noto Sans TC"/>
              </a:defRPr>
            </a:pPr>
            <a:r>
              <a:t>🎯 做什麼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把部分資金從高集中度台股轉到多元資產/債券型基金：</a:t>
            </a:r>
            <a:br/>
            <a:r>
              <a:t>• 標的：全球債券型 ETF（如 00687B）、新興市場債券</a:t>
            </a:r>
            <a:br/>
            <a:r>
              <a:t>• 目的：降低半導體曝險 &gt;70% 的集中度風險</a:t>
            </a:r>
            <a:br/>
            <a:r>
              <a:t>• 現況：BOND 33.8% 已有基礎，目標提升至 40-45%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4FF"/>
                </a:solidFill>
                <a:latin typeface="Noto Sans TC"/>
              </a:defRPr>
            </a:pPr>
            <a:r>
              <a:t>🔧 怎麼做（實操步驟）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Step 1｜計算目標：半導體曝險降至 50% 以下</a:t>
            </a:r>
            <a:br/>
            <a:r>
              <a:t>Step 2｜從 0050/006208 減碼 3-5% 部位（约 150-250 萬）</a:t>
            </a:r>
            <a:br/>
            <a:r>
              <a:t>Step 3｜分批轉入債券型基金或多元資產基金（每週或每月）</a:t>
            </a:r>
            <a:br/>
            <a:r>
              <a:t>Step 4｜設定再平衡觸發：每當半导体曝險 &gt; 60% 時啟動減碼</a:t>
            </a:r>
            <a:br/>
            <a:r>
              <a:t>Step 5｜追蹤指標：波動率下降、最大回撤縮小、配息穩定性</a:t>
            </a:r>
            <a:br/>
            <a:r>
              <a:t>Step 6｜Gemini 情報偵測美債收益率變動作為進場時機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參考：商周 15 種被動收入優缺點比較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https://www.businessweekly.com.tw/business/blog/3016999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方法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公教人員優惠利率槓桿套利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  <a:latin typeface="Noto Sans TC"/>
              </a:defRPr>
            </a:pPr>
            <a:r>
              <a:t>🎯 做什麼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利用公務員专属優惠利率，把「低成本資金」轉為投資收益：</a:t>
            </a:r>
            <a:br/>
            <a:r>
              <a:t>• 國泰轉貸：實際利率 2.6%（原房貸 4%）</a:t>
            </a:r>
            <a:br/>
            <a:r>
              <a:t>• 築巢優利貸：2.185%（公務員首購優惠，已放棄新青安）</a:t>
            </a:r>
            <a:br/>
            <a:r>
              <a:t>• 套利空間：年化 1.8-2.2% 的利差（貸款利率 vs 投資報酬）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4FF"/>
                </a:solidFill>
                <a:latin typeface="Noto Sans TC"/>
              </a:defRPr>
            </a:pPr>
            <a:r>
              <a:t>🔧 怎麼做（實操步驟）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Step 1｜確認轉貸已核貸並完成過戶（7/17 面簽，等核貸）</a:t>
            </a:r>
            <a:br/>
            <a:r>
              <a:t>Step 2｜清償全部 400 萬保單借貸（安聯 A 2M + 安聯 B 1M + 第一金 1M）</a:t>
            </a:r>
            <a:br/>
            <a:r>
              <a:t>Step 3｜省下的 4% 利息 = 每年 ~16 萬，轉為定期定額</a:t>
            </a:r>
            <a:br/>
            <a:r>
              <a:t>Step 4｜10/1 辦理築巢優利貸 2.185%（公務員專屬）</a:t>
            </a:r>
            <a:br/>
            <a:r>
              <a:t>Step 5｜優先清償高息債務（信用卡 ~4.5% → 房貸 2.6%）</a:t>
            </a:r>
            <a:br/>
            <a:r>
              <a:t>Step 6｜ Monthly cash flow 計算：interest saved → investment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參考：台電公務員房屋購置優惠規定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實際利率依銀行核定為主，築巢優利貸需為首購資格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方法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退休帳戶稅務優化（穩定現金流）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  <a:latin typeface="Noto Sans TC"/>
              </a:defRPr>
            </a:pPr>
            <a:r>
              <a:t>🎯 做什麼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最大化台灣稅務優惠機制的現金流效果：</a:t>
            </a:r>
            <a:br/>
            <a:r>
              <a:t>• 勞保退休金 + 新制勞退自提 6%（已做，確認是否達上限）</a:t>
            </a:r>
            <a:br/>
            <a:r>
              <a:t>• 公務人員退休金優惠存款利率（18% 上限優存）</a:t>
            </a:r>
            <a:br/>
            <a:r>
              <a:t>• 目標：把退休金的「穩定現金流」效能拉到最大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4FF"/>
                </a:solidFill>
                <a:latin typeface="Noto Sans TC"/>
              </a:defRPr>
            </a:pPr>
            <a:r>
              <a:t>🔧 怎麼做（實操步驟）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Step 1｜檢查勞退自提是否已達每月上限（目前 6%）</a:t>
            </a:r>
            <a:br/>
            <a:r>
              <a:t>Step 2｜確認公務員退休金優惠存款利率是否已申請</a:t>
            </a:r>
            <a:br/>
            <a:r>
              <a:t>Step 3｜計算「退休金 + 房租 + 配息」三層現金流的總和</a:t>
            </a:r>
            <a:br/>
            <a:r>
              <a:t>Step 4｜若三層覆蓋率 &gt; 150%，將剩餘資金轉入高股息組合</a:t>
            </a:r>
            <a:br/>
            <a:r>
              <a:t>Step 5｜每年Review一次：退休金所得替代率是否隨通膨下降</a:t>
            </a:r>
            <a:br/>
            <a:r>
              <a:t>Step 6｜設定退休金入帳日自動通知，確保現金流可預測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參考：CMoney 中期擴增被動收入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https://readmo.cmoney.tw/article/28d66c69-84d4-43c2-b32c-2a37d634a984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方法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T+4 配息接力自動化（龍九特有）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  <a:latin typeface="Noto Sans TC"/>
              </a:defRPr>
            </a:pPr>
            <a:r>
              <a:t>🎯 做什麼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這是龍九系統的 core competitive advantage：</a:t>
            </a:r>
            <a:br/>
            <a:r>
              <a:t>• 0050 除息前 4 天自動觸發配息接力轉換</a:t>
            </a:r>
            <a:br/>
            <a:r>
              <a:t>• 0050（配息 0.6 元/股，年減 40%）→ 00878/009816</a:t>
            </a:r>
            <a:br/>
            <a:r>
              <a:t>• 目標：配息效率最大化，不是 growth maximization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B4FF"/>
                </a:solidFill>
                <a:latin typeface="Noto Sans TC"/>
              </a:defRPr>
            </a:pPr>
            <a:r>
              <a:t>🔧 怎麼做（實操步驟）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Step 1｜系統自動偵測除息日（from daily_intel.py + dividend_events.json）</a:t>
            </a:r>
            <a:br/>
            <a:r>
              <a:t>Step 2｜除息前 4 個交易日主動推送預警訊息</a:t>
            </a:r>
            <a:br/>
            <a:r>
              <a:t>Step 3｜使用者確認後，系統產出 ready-to-execute 下單建議</a:t>
            </a:r>
            <a:br/>
            <a:r>
              <a:t>Step 4｜記錄 T+4 結算成效（配息金額、淨值變化、稅務影響）</a:t>
            </a:r>
            <a:br/>
            <a:r>
              <a:t>Step 5｜Gemini 情報層追蹤替代方案績效（00878 vs 0050）</a:t>
            </a:r>
            <a:br/>
            <a:r>
              <a:t>Step 6｜ops_logs 記錄每次接力的 ROI，供每週審計使用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參考：YouTube 2025 富人建立 12 種被動收入（REITs/配息策略章節）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Noto Sans TC"/>
              </a:defRPr>
            </a:pPr>
            <a:r>
              <a:t>https://www.youtube.com/watch?v=OXB7rfuv8AE&amp;t=290s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5 METHODS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五大方法對照表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觸發條件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實操重點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預期效果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高股息 ETF 衛星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0050 縮水時自動切換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每月 30-50K 定期定額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月配息 + T+4 預警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多元資產平衡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半導體曝險 &gt;60% 減碼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債券型基金 40-45%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波動率下降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優惠利率槓桿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公務員 2.1%/2.185%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清償高息債務 + invest 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年化利差 1.8-2.2%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退休稅務優化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617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確認勞退上限 + 優存利率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617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三層現金流覆蓋率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617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150%+ 安全線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T+4 配息接力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394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除息前 4 天自動預警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394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系統自動產出建議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394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5"/>
                </a:solidFill>
                <a:latin typeface="Noto Sans TC"/>
              </a:defRPr>
            </a:pPr>
            <a:r>
              <a:t>配息效率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結論：5 個方法互補，共同達成「被動現金流覆蓋支出 + 資產穩定增長」目標。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Noto Sans TC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Noto Sans TC"/>
              </a:defRPr>
            </a:pPr>
            <a:r>
              <a:t>實際操作時序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本週（7/18-7/20）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645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Noto Sans TC"/>
              </a:defRPr>
            </a:pPr>
            <a:r>
              <a:t>確認 0050 除息真值、設定 00878/009816 定期定額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7/21 除息日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23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Noto Sans TC"/>
              </a:defRPr>
            </a:pPr>
            <a:r>
              <a:t>T+4 預警觸發，減碼 0050、啟動接力建議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FFDA"/>
                </a:solidFill>
                <a:latin typeface="Noto Sans TC"/>
              </a:defRPr>
            </a:pPr>
            <a:r>
              <a:t>7/24（五）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Noto Sans TC"/>
              </a:defRPr>
            </a:pPr>
            <a:r>
              <a:t>首次每週資產防禦審計，Gemini + Hermès 產出報告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  <a:latin typeface="Noto Sans TC"/>
              </a:defRPr>
            </a:pPr>
            <a:r>
              <a:t>8/1 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776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Noto Sans TC"/>
              </a:defRPr>
            </a:pPr>
            <a:r>
              <a:t>完成築巢優利貸 2.185% 申請、清償信用卡高息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  <a:latin typeface="Noto Sans TC"/>
              </a:defRPr>
            </a:pPr>
            <a:r>
              <a:t>8 月底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548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Noto Sans TC"/>
              </a:defRPr>
            </a:pPr>
            <a:r>
              <a:t>退休帳戶 Review、三層現金流覆蓋率驗證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4D"/>
                </a:solidFill>
                <a:latin typeface="Noto Sans TC"/>
              </a:defRPr>
            </a:pPr>
            <a:r>
              <a:t>持續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53211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Noto Sans TC"/>
              </a:defRPr>
            </a:pPr>
            <a:r>
              <a:t>daily_deploy.py + daily_intel.py 自動監控，ops_logs 記錄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Noto Sans TC"/>
              </a:defRPr>
            </a:pPr>
            <a:r>
              <a:t>Hermès + Gemini + Notion 已準備好，系統會協助你追蹤每一步。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